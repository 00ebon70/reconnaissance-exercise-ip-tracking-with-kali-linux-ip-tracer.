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120"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8996CB-4C51-4F54-9740-A47A584575B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53257792-2F8A-4F10-8622-1FBE109613EA}">
      <dgm:prSet/>
      <dgm:spPr/>
      <dgm:t>
        <a:bodyPr/>
        <a:lstStyle/>
        <a:p>
          <a:r>
            <a:rPr lang="en-US"/>
            <a:t>This software/project is provided "AS IS" without any warranties of any kind, either express or implied, including but not limited to the implied warranties of merchantability, fitness for a particular purpose, or non-infringement.  </a:t>
          </a:r>
        </a:p>
      </dgm:t>
    </dgm:pt>
    <dgm:pt modelId="{6094D7EA-171F-444B-82EA-A92D0467820D}" type="parTrans" cxnId="{9075A531-F0FF-4B27-83B5-A9356F9F818B}">
      <dgm:prSet/>
      <dgm:spPr/>
      <dgm:t>
        <a:bodyPr/>
        <a:lstStyle/>
        <a:p>
          <a:endParaRPr lang="en-US"/>
        </a:p>
      </dgm:t>
    </dgm:pt>
    <dgm:pt modelId="{ACE91B1C-EEEC-4DA0-9E29-F530373FB4EB}" type="sibTrans" cxnId="{9075A531-F0FF-4B27-83B5-A9356F9F818B}">
      <dgm:prSet/>
      <dgm:spPr/>
      <dgm:t>
        <a:bodyPr/>
        <a:lstStyle/>
        <a:p>
          <a:endParaRPr lang="en-US"/>
        </a:p>
      </dgm:t>
    </dgm:pt>
    <dgm:pt modelId="{474911D1-2425-4F03-95CC-7FCB0C44D48F}">
      <dgm:prSet/>
      <dgm:spPr/>
      <dgm:t>
        <a:bodyPr/>
        <a:lstStyle/>
        <a:p>
          <a:r>
            <a:rPr lang="en-US"/>
            <a:t>The authors and contributors are not responsible for any damages, data loss, or other consequences arising from the use or misuse of this software/project.  </a:t>
          </a:r>
        </a:p>
      </dgm:t>
    </dgm:pt>
    <dgm:pt modelId="{A3F08442-81E9-44FD-B826-863B1BCF8007}" type="parTrans" cxnId="{8901C24F-012D-423E-BE91-03D195D9359B}">
      <dgm:prSet/>
      <dgm:spPr/>
      <dgm:t>
        <a:bodyPr/>
        <a:lstStyle/>
        <a:p>
          <a:endParaRPr lang="en-US"/>
        </a:p>
      </dgm:t>
    </dgm:pt>
    <dgm:pt modelId="{367935E4-6082-47CC-9F48-EF311DC32DC6}" type="sibTrans" cxnId="{8901C24F-012D-423E-BE91-03D195D9359B}">
      <dgm:prSet/>
      <dgm:spPr/>
      <dgm:t>
        <a:bodyPr/>
        <a:lstStyle/>
        <a:p>
          <a:endParaRPr lang="en-US"/>
        </a:p>
      </dgm:t>
    </dgm:pt>
    <dgm:pt modelId="{550C8E84-CC67-4871-BA3C-27C9F3C8945A}">
      <dgm:prSet/>
      <dgm:spPr/>
      <dgm:t>
        <a:bodyPr/>
        <a:lstStyle/>
        <a:p>
          <a:r>
            <a:rPr lang="en-US"/>
            <a:t>By using this software/project, you agree that you are solely responsible for compliance with all applicable laws and regulations in your jurisdiction.  </a:t>
          </a:r>
        </a:p>
      </dgm:t>
    </dgm:pt>
    <dgm:pt modelId="{AE16ED35-69B4-4ADB-ACF6-BD1A52B95E3F}" type="parTrans" cxnId="{926B3670-827F-4761-8E9E-740F71512D6E}">
      <dgm:prSet/>
      <dgm:spPr/>
      <dgm:t>
        <a:bodyPr/>
        <a:lstStyle/>
        <a:p>
          <a:endParaRPr lang="en-US"/>
        </a:p>
      </dgm:t>
    </dgm:pt>
    <dgm:pt modelId="{334D3CCB-38F7-4007-9900-F65B5382348F}" type="sibTrans" cxnId="{926B3670-827F-4761-8E9E-740F71512D6E}">
      <dgm:prSet/>
      <dgm:spPr/>
      <dgm:t>
        <a:bodyPr/>
        <a:lstStyle/>
        <a:p>
          <a:endParaRPr lang="en-US"/>
        </a:p>
      </dgm:t>
    </dgm:pt>
    <dgm:pt modelId="{FF01488D-9EDC-42BA-9C6F-B2ADB9348435}">
      <dgm:prSet/>
      <dgm:spPr/>
      <dgm:t>
        <a:bodyPr/>
        <a:lstStyle/>
        <a:p>
          <a:r>
            <a:rPr lang="en-US" dirty="0"/>
            <a:t>If you are using this software/project for penetration testing, cybersecurity research, or any other activity that interacts with systems you do not own, you must obtain explicit permission from the system owner. Unauthorized use may violate local, state, and federal laws.</a:t>
          </a:r>
        </a:p>
      </dgm:t>
    </dgm:pt>
    <dgm:pt modelId="{005E6908-97EE-48DE-B4AB-B360E8594D35}" type="parTrans" cxnId="{B946D957-AA6F-4770-A282-332D501140EF}">
      <dgm:prSet/>
      <dgm:spPr/>
      <dgm:t>
        <a:bodyPr/>
        <a:lstStyle/>
        <a:p>
          <a:endParaRPr lang="en-US"/>
        </a:p>
      </dgm:t>
    </dgm:pt>
    <dgm:pt modelId="{8F8FAE87-39E4-432B-ADF3-DAA8FB0B357F}" type="sibTrans" cxnId="{B946D957-AA6F-4770-A282-332D501140EF}">
      <dgm:prSet/>
      <dgm:spPr/>
      <dgm:t>
        <a:bodyPr/>
        <a:lstStyle/>
        <a:p>
          <a:endParaRPr lang="en-US"/>
        </a:p>
      </dgm:t>
    </dgm:pt>
    <dgm:pt modelId="{9012E675-65F7-4FEC-A149-D18B1AED1251}">
      <dgm:prSet/>
      <dgm:spPr/>
      <dgm:t>
        <a:bodyPr/>
        <a:lstStyle/>
        <a:p>
          <a:endParaRPr lang="en-US" dirty="0"/>
        </a:p>
      </dgm:t>
    </dgm:pt>
    <dgm:pt modelId="{5A05E677-DF5B-4E4A-8831-E742B115D63A}" type="parTrans" cxnId="{2E1432D2-9191-4E87-A0E4-693BBDC09B9B}">
      <dgm:prSet/>
      <dgm:spPr/>
      <dgm:t>
        <a:bodyPr/>
        <a:lstStyle/>
        <a:p>
          <a:endParaRPr lang="en-US"/>
        </a:p>
      </dgm:t>
    </dgm:pt>
    <dgm:pt modelId="{C74B4796-4F8F-4E88-B8C4-36A66EEEF9E4}" type="sibTrans" cxnId="{2E1432D2-9191-4E87-A0E4-693BBDC09B9B}">
      <dgm:prSet/>
      <dgm:spPr/>
      <dgm:t>
        <a:bodyPr/>
        <a:lstStyle/>
        <a:p>
          <a:endParaRPr lang="en-US"/>
        </a:p>
      </dgm:t>
    </dgm:pt>
    <dgm:pt modelId="{168A2035-9EE0-4604-BCD2-38E5250125DF}" type="pres">
      <dgm:prSet presAssocID="{BB8996CB-4C51-4F54-9740-A47A584575BE}" presName="vert0" presStyleCnt="0">
        <dgm:presLayoutVars>
          <dgm:dir/>
          <dgm:animOne val="branch"/>
          <dgm:animLvl val="lvl"/>
        </dgm:presLayoutVars>
      </dgm:prSet>
      <dgm:spPr/>
    </dgm:pt>
    <dgm:pt modelId="{C4895D88-D4AD-4CF2-848D-996CDE9A9E2C}" type="pres">
      <dgm:prSet presAssocID="{53257792-2F8A-4F10-8622-1FBE109613EA}" presName="thickLine" presStyleLbl="alignNode1" presStyleIdx="0" presStyleCnt="5"/>
      <dgm:spPr/>
    </dgm:pt>
    <dgm:pt modelId="{1C3F9A91-B626-4245-AFB8-932F9602BC56}" type="pres">
      <dgm:prSet presAssocID="{53257792-2F8A-4F10-8622-1FBE109613EA}" presName="horz1" presStyleCnt="0"/>
      <dgm:spPr/>
    </dgm:pt>
    <dgm:pt modelId="{90AA63D0-4B6E-4BD0-B86C-74EEE9D1A174}" type="pres">
      <dgm:prSet presAssocID="{53257792-2F8A-4F10-8622-1FBE109613EA}" presName="tx1" presStyleLbl="revTx" presStyleIdx="0" presStyleCnt="5"/>
      <dgm:spPr/>
    </dgm:pt>
    <dgm:pt modelId="{66E3B408-DDA9-4259-A10D-4F5222D80563}" type="pres">
      <dgm:prSet presAssocID="{53257792-2F8A-4F10-8622-1FBE109613EA}" presName="vert1" presStyleCnt="0"/>
      <dgm:spPr/>
    </dgm:pt>
    <dgm:pt modelId="{E4CC8913-4CAD-4E73-98C4-FA816C72B3FB}" type="pres">
      <dgm:prSet presAssocID="{474911D1-2425-4F03-95CC-7FCB0C44D48F}" presName="thickLine" presStyleLbl="alignNode1" presStyleIdx="1" presStyleCnt="5"/>
      <dgm:spPr/>
    </dgm:pt>
    <dgm:pt modelId="{960DF7E6-0895-4E61-A0E2-C6AA5A11DB02}" type="pres">
      <dgm:prSet presAssocID="{474911D1-2425-4F03-95CC-7FCB0C44D48F}" presName="horz1" presStyleCnt="0"/>
      <dgm:spPr/>
    </dgm:pt>
    <dgm:pt modelId="{21625169-37B4-4347-BF6C-78CC6C4C24DA}" type="pres">
      <dgm:prSet presAssocID="{474911D1-2425-4F03-95CC-7FCB0C44D48F}" presName="tx1" presStyleLbl="revTx" presStyleIdx="1" presStyleCnt="5"/>
      <dgm:spPr/>
    </dgm:pt>
    <dgm:pt modelId="{8B203D0B-DFCB-43C7-9153-B4A811DFE511}" type="pres">
      <dgm:prSet presAssocID="{474911D1-2425-4F03-95CC-7FCB0C44D48F}" presName="vert1" presStyleCnt="0"/>
      <dgm:spPr/>
    </dgm:pt>
    <dgm:pt modelId="{0C9569B5-4CC6-429F-83BC-DC71968CA64A}" type="pres">
      <dgm:prSet presAssocID="{550C8E84-CC67-4871-BA3C-27C9F3C8945A}" presName="thickLine" presStyleLbl="alignNode1" presStyleIdx="2" presStyleCnt="5"/>
      <dgm:spPr/>
    </dgm:pt>
    <dgm:pt modelId="{DCC7A2F6-F199-449D-9FC6-1E1813BD9D5B}" type="pres">
      <dgm:prSet presAssocID="{550C8E84-CC67-4871-BA3C-27C9F3C8945A}" presName="horz1" presStyleCnt="0"/>
      <dgm:spPr/>
    </dgm:pt>
    <dgm:pt modelId="{FC76318D-C449-4BD7-9ECC-46EE26F8DB09}" type="pres">
      <dgm:prSet presAssocID="{550C8E84-CC67-4871-BA3C-27C9F3C8945A}" presName="tx1" presStyleLbl="revTx" presStyleIdx="2" presStyleCnt="5"/>
      <dgm:spPr/>
    </dgm:pt>
    <dgm:pt modelId="{AE891407-9EEB-47E8-B0C9-A1C5A3B7E946}" type="pres">
      <dgm:prSet presAssocID="{550C8E84-CC67-4871-BA3C-27C9F3C8945A}" presName="vert1" presStyleCnt="0"/>
      <dgm:spPr/>
    </dgm:pt>
    <dgm:pt modelId="{7199C4A7-75B8-427F-9B30-6193D7742E57}" type="pres">
      <dgm:prSet presAssocID="{FF01488D-9EDC-42BA-9C6F-B2ADB9348435}" presName="thickLine" presStyleLbl="alignNode1" presStyleIdx="3" presStyleCnt="5"/>
      <dgm:spPr/>
    </dgm:pt>
    <dgm:pt modelId="{DE19EF55-0AB0-43B5-A831-24C27090A5C1}" type="pres">
      <dgm:prSet presAssocID="{FF01488D-9EDC-42BA-9C6F-B2ADB9348435}" presName="horz1" presStyleCnt="0"/>
      <dgm:spPr/>
    </dgm:pt>
    <dgm:pt modelId="{09D24D77-2186-43E7-83C4-EFD1F07A765F}" type="pres">
      <dgm:prSet presAssocID="{FF01488D-9EDC-42BA-9C6F-B2ADB9348435}" presName="tx1" presStyleLbl="revTx" presStyleIdx="3" presStyleCnt="5"/>
      <dgm:spPr/>
    </dgm:pt>
    <dgm:pt modelId="{496CB17B-1AD0-4769-A57E-483BFE6C9CD9}" type="pres">
      <dgm:prSet presAssocID="{FF01488D-9EDC-42BA-9C6F-B2ADB9348435}" presName="vert1" presStyleCnt="0"/>
      <dgm:spPr/>
    </dgm:pt>
    <dgm:pt modelId="{36A0D743-52BB-4C41-AD00-F8EBA99617C6}" type="pres">
      <dgm:prSet presAssocID="{9012E675-65F7-4FEC-A149-D18B1AED1251}" presName="thickLine" presStyleLbl="alignNode1" presStyleIdx="4" presStyleCnt="5"/>
      <dgm:spPr/>
    </dgm:pt>
    <dgm:pt modelId="{C2190906-33A5-4664-BBE1-11CCCC5B0924}" type="pres">
      <dgm:prSet presAssocID="{9012E675-65F7-4FEC-A149-D18B1AED1251}" presName="horz1" presStyleCnt="0"/>
      <dgm:spPr/>
    </dgm:pt>
    <dgm:pt modelId="{E0DD1E67-B9F4-4EC7-A141-D81E72B14895}" type="pres">
      <dgm:prSet presAssocID="{9012E675-65F7-4FEC-A149-D18B1AED1251}" presName="tx1" presStyleLbl="revTx" presStyleIdx="4" presStyleCnt="5"/>
      <dgm:spPr/>
    </dgm:pt>
    <dgm:pt modelId="{2267862C-6156-48E8-8630-E1F345DFB860}" type="pres">
      <dgm:prSet presAssocID="{9012E675-65F7-4FEC-A149-D18B1AED1251}" presName="vert1" presStyleCnt="0"/>
      <dgm:spPr/>
    </dgm:pt>
  </dgm:ptLst>
  <dgm:cxnLst>
    <dgm:cxn modelId="{52454601-50D0-4E25-AA07-E6A953F43206}" type="presOf" srcId="{BB8996CB-4C51-4F54-9740-A47A584575BE}" destId="{168A2035-9EE0-4604-BCD2-38E5250125DF}" srcOrd="0" destOrd="0" presId="urn:microsoft.com/office/officeart/2008/layout/LinedList"/>
    <dgm:cxn modelId="{E8323103-498A-416D-B57B-333FFD4019A8}" type="presOf" srcId="{FF01488D-9EDC-42BA-9C6F-B2ADB9348435}" destId="{09D24D77-2186-43E7-83C4-EFD1F07A765F}" srcOrd="0" destOrd="0" presId="urn:microsoft.com/office/officeart/2008/layout/LinedList"/>
    <dgm:cxn modelId="{9075A531-F0FF-4B27-83B5-A9356F9F818B}" srcId="{BB8996CB-4C51-4F54-9740-A47A584575BE}" destId="{53257792-2F8A-4F10-8622-1FBE109613EA}" srcOrd="0" destOrd="0" parTransId="{6094D7EA-171F-444B-82EA-A92D0467820D}" sibTransId="{ACE91B1C-EEEC-4DA0-9E29-F530373FB4EB}"/>
    <dgm:cxn modelId="{83E8B63E-FEC0-457C-BA68-FCB9485A4A76}" type="presOf" srcId="{9012E675-65F7-4FEC-A149-D18B1AED1251}" destId="{E0DD1E67-B9F4-4EC7-A141-D81E72B14895}" srcOrd="0" destOrd="0" presId="urn:microsoft.com/office/officeart/2008/layout/LinedList"/>
    <dgm:cxn modelId="{0732C446-0BA8-4F78-A214-C8B6B32E1348}" type="presOf" srcId="{53257792-2F8A-4F10-8622-1FBE109613EA}" destId="{90AA63D0-4B6E-4BD0-B86C-74EEE9D1A174}" srcOrd="0" destOrd="0" presId="urn:microsoft.com/office/officeart/2008/layout/LinedList"/>
    <dgm:cxn modelId="{8901C24F-012D-423E-BE91-03D195D9359B}" srcId="{BB8996CB-4C51-4F54-9740-A47A584575BE}" destId="{474911D1-2425-4F03-95CC-7FCB0C44D48F}" srcOrd="1" destOrd="0" parTransId="{A3F08442-81E9-44FD-B826-863B1BCF8007}" sibTransId="{367935E4-6082-47CC-9F48-EF311DC32DC6}"/>
    <dgm:cxn modelId="{926B3670-827F-4761-8E9E-740F71512D6E}" srcId="{BB8996CB-4C51-4F54-9740-A47A584575BE}" destId="{550C8E84-CC67-4871-BA3C-27C9F3C8945A}" srcOrd="2" destOrd="0" parTransId="{AE16ED35-69B4-4ADB-ACF6-BD1A52B95E3F}" sibTransId="{334D3CCB-38F7-4007-9900-F65B5382348F}"/>
    <dgm:cxn modelId="{B946D957-AA6F-4770-A282-332D501140EF}" srcId="{BB8996CB-4C51-4F54-9740-A47A584575BE}" destId="{FF01488D-9EDC-42BA-9C6F-B2ADB9348435}" srcOrd="3" destOrd="0" parTransId="{005E6908-97EE-48DE-B4AB-B360E8594D35}" sibTransId="{8F8FAE87-39E4-432B-ADF3-DAA8FB0B357F}"/>
    <dgm:cxn modelId="{4B96527B-9678-4590-8FAB-F1226C3D03EA}" type="presOf" srcId="{474911D1-2425-4F03-95CC-7FCB0C44D48F}" destId="{21625169-37B4-4347-BF6C-78CC6C4C24DA}" srcOrd="0" destOrd="0" presId="urn:microsoft.com/office/officeart/2008/layout/LinedList"/>
    <dgm:cxn modelId="{5752EEC4-4728-4329-85FA-0F859774D336}" type="presOf" srcId="{550C8E84-CC67-4871-BA3C-27C9F3C8945A}" destId="{FC76318D-C449-4BD7-9ECC-46EE26F8DB09}" srcOrd="0" destOrd="0" presId="urn:microsoft.com/office/officeart/2008/layout/LinedList"/>
    <dgm:cxn modelId="{2E1432D2-9191-4E87-A0E4-693BBDC09B9B}" srcId="{BB8996CB-4C51-4F54-9740-A47A584575BE}" destId="{9012E675-65F7-4FEC-A149-D18B1AED1251}" srcOrd="4" destOrd="0" parTransId="{5A05E677-DF5B-4E4A-8831-E742B115D63A}" sibTransId="{C74B4796-4F8F-4E88-B8C4-36A66EEEF9E4}"/>
    <dgm:cxn modelId="{CF2889C9-E594-4542-87B6-AA7A136AAF4C}" type="presParOf" srcId="{168A2035-9EE0-4604-BCD2-38E5250125DF}" destId="{C4895D88-D4AD-4CF2-848D-996CDE9A9E2C}" srcOrd="0" destOrd="0" presId="urn:microsoft.com/office/officeart/2008/layout/LinedList"/>
    <dgm:cxn modelId="{1DD84560-0D38-49EA-A8FE-5CDF8E6C514A}" type="presParOf" srcId="{168A2035-9EE0-4604-BCD2-38E5250125DF}" destId="{1C3F9A91-B626-4245-AFB8-932F9602BC56}" srcOrd="1" destOrd="0" presId="urn:microsoft.com/office/officeart/2008/layout/LinedList"/>
    <dgm:cxn modelId="{F0CB725C-BD75-4B70-A53E-94219AC9683E}" type="presParOf" srcId="{1C3F9A91-B626-4245-AFB8-932F9602BC56}" destId="{90AA63D0-4B6E-4BD0-B86C-74EEE9D1A174}" srcOrd="0" destOrd="0" presId="urn:microsoft.com/office/officeart/2008/layout/LinedList"/>
    <dgm:cxn modelId="{0527CB74-3831-4AAE-89A0-E72AC32F762E}" type="presParOf" srcId="{1C3F9A91-B626-4245-AFB8-932F9602BC56}" destId="{66E3B408-DDA9-4259-A10D-4F5222D80563}" srcOrd="1" destOrd="0" presId="urn:microsoft.com/office/officeart/2008/layout/LinedList"/>
    <dgm:cxn modelId="{D6110E73-2316-48AF-94EB-420D28A83D49}" type="presParOf" srcId="{168A2035-9EE0-4604-BCD2-38E5250125DF}" destId="{E4CC8913-4CAD-4E73-98C4-FA816C72B3FB}" srcOrd="2" destOrd="0" presId="urn:microsoft.com/office/officeart/2008/layout/LinedList"/>
    <dgm:cxn modelId="{268FFEE1-29AD-420D-903E-DE803F8677CC}" type="presParOf" srcId="{168A2035-9EE0-4604-BCD2-38E5250125DF}" destId="{960DF7E6-0895-4E61-A0E2-C6AA5A11DB02}" srcOrd="3" destOrd="0" presId="urn:microsoft.com/office/officeart/2008/layout/LinedList"/>
    <dgm:cxn modelId="{BFF10492-E240-4CBB-9A39-38A36F17BD45}" type="presParOf" srcId="{960DF7E6-0895-4E61-A0E2-C6AA5A11DB02}" destId="{21625169-37B4-4347-BF6C-78CC6C4C24DA}" srcOrd="0" destOrd="0" presId="urn:microsoft.com/office/officeart/2008/layout/LinedList"/>
    <dgm:cxn modelId="{479C39A9-6071-4CC1-BFD3-5340D602E9C9}" type="presParOf" srcId="{960DF7E6-0895-4E61-A0E2-C6AA5A11DB02}" destId="{8B203D0B-DFCB-43C7-9153-B4A811DFE511}" srcOrd="1" destOrd="0" presId="urn:microsoft.com/office/officeart/2008/layout/LinedList"/>
    <dgm:cxn modelId="{547B3E0F-BE68-49CD-9E2E-5D071CCA956C}" type="presParOf" srcId="{168A2035-9EE0-4604-BCD2-38E5250125DF}" destId="{0C9569B5-4CC6-429F-83BC-DC71968CA64A}" srcOrd="4" destOrd="0" presId="urn:microsoft.com/office/officeart/2008/layout/LinedList"/>
    <dgm:cxn modelId="{8206B2A7-005C-4528-98BC-87B15151FFB6}" type="presParOf" srcId="{168A2035-9EE0-4604-BCD2-38E5250125DF}" destId="{DCC7A2F6-F199-449D-9FC6-1E1813BD9D5B}" srcOrd="5" destOrd="0" presId="urn:microsoft.com/office/officeart/2008/layout/LinedList"/>
    <dgm:cxn modelId="{FC7897AD-9910-49EA-9E9E-24FB00ADD897}" type="presParOf" srcId="{DCC7A2F6-F199-449D-9FC6-1E1813BD9D5B}" destId="{FC76318D-C449-4BD7-9ECC-46EE26F8DB09}" srcOrd="0" destOrd="0" presId="urn:microsoft.com/office/officeart/2008/layout/LinedList"/>
    <dgm:cxn modelId="{4EAB24A1-1498-4EFE-AE67-9B17B49B2F1D}" type="presParOf" srcId="{DCC7A2F6-F199-449D-9FC6-1E1813BD9D5B}" destId="{AE891407-9EEB-47E8-B0C9-A1C5A3B7E946}" srcOrd="1" destOrd="0" presId="urn:microsoft.com/office/officeart/2008/layout/LinedList"/>
    <dgm:cxn modelId="{23CEB15F-7DE4-4837-BFEE-3961EF0C6CD1}" type="presParOf" srcId="{168A2035-9EE0-4604-BCD2-38E5250125DF}" destId="{7199C4A7-75B8-427F-9B30-6193D7742E57}" srcOrd="6" destOrd="0" presId="urn:microsoft.com/office/officeart/2008/layout/LinedList"/>
    <dgm:cxn modelId="{1581E451-2B04-4089-B0C6-A2736240D8A2}" type="presParOf" srcId="{168A2035-9EE0-4604-BCD2-38E5250125DF}" destId="{DE19EF55-0AB0-43B5-A831-24C27090A5C1}" srcOrd="7" destOrd="0" presId="urn:microsoft.com/office/officeart/2008/layout/LinedList"/>
    <dgm:cxn modelId="{F00B2FFD-3DB1-41E1-B37D-E7C0317F9F20}" type="presParOf" srcId="{DE19EF55-0AB0-43B5-A831-24C27090A5C1}" destId="{09D24D77-2186-43E7-83C4-EFD1F07A765F}" srcOrd="0" destOrd="0" presId="urn:microsoft.com/office/officeart/2008/layout/LinedList"/>
    <dgm:cxn modelId="{17EE8DDF-1385-46E4-A126-62A2947FE06D}" type="presParOf" srcId="{DE19EF55-0AB0-43B5-A831-24C27090A5C1}" destId="{496CB17B-1AD0-4769-A57E-483BFE6C9CD9}" srcOrd="1" destOrd="0" presId="urn:microsoft.com/office/officeart/2008/layout/LinedList"/>
    <dgm:cxn modelId="{4CCB15FB-09E7-4557-B97D-A3807CF34475}" type="presParOf" srcId="{168A2035-9EE0-4604-BCD2-38E5250125DF}" destId="{36A0D743-52BB-4C41-AD00-F8EBA99617C6}" srcOrd="8" destOrd="0" presId="urn:microsoft.com/office/officeart/2008/layout/LinedList"/>
    <dgm:cxn modelId="{32343597-2DA4-4685-A15F-F2FAB08157BC}" type="presParOf" srcId="{168A2035-9EE0-4604-BCD2-38E5250125DF}" destId="{C2190906-33A5-4664-BBE1-11CCCC5B0924}" srcOrd="9" destOrd="0" presId="urn:microsoft.com/office/officeart/2008/layout/LinedList"/>
    <dgm:cxn modelId="{BA50B9D2-11D6-4219-96E2-02D85277C59C}" type="presParOf" srcId="{C2190906-33A5-4664-BBE1-11CCCC5B0924}" destId="{E0DD1E67-B9F4-4EC7-A141-D81E72B14895}" srcOrd="0" destOrd="0" presId="urn:microsoft.com/office/officeart/2008/layout/LinedList"/>
    <dgm:cxn modelId="{DA2546B7-00BB-4029-8156-9A896009F812}" type="presParOf" srcId="{C2190906-33A5-4664-BBE1-11CCCC5B0924}" destId="{2267862C-6156-48E8-8630-E1F345DFB86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7FE794-A918-44AA-BCB8-59CFD5F3C9DD}"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60163E8-ECAF-4378-BD5C-3450F797FC23}">
      <dgm:prSet/>
      <dgm:spPr/>
      <dgm:t>
        <a:bodyPr/>
        <a:lstStyle/>
        <a:p>
          <a:r>
            <a:rPr lang="en-US"/>
            <a:t>1. Clone the repository here - https://github.com/rajkumardusad/IP-Tracer. 🌐</a:t>
          </a:r>
        </a:p>
      </dgm:t>
    </dgm:pt>
    <dgm:pt modelId="{D270C858-F343-4084-88D1-65C1EA0B4CE4}" type="parTrans" cxnId="{C3EB7FAF-20BE-4ADD-A305-8CD11427E6B4}">
      <dgm:prSet/>
      <dgm:spPr/>
      <dgm:t>
        <a:bodyPr/>
        <a:lstStyle/>
        <a:p>
          <a:endParaRPr lang="en-US"/>
        </a:p>
      </dgm:t>
    </dgm:pt>
    <dgm:pt modelId="{783EDE12-F4C2-4A3B-8F86-40D02535B33F}" type="sibTrans" cxnId="{C3EB7FAF-20BE-4ADD-A305-8CD11427E6B4}">
      <dgm:prSet/>
      <dgm:spPr/>
      <dgm:t>
        <a:bodyPr/>
        <a:lstStyle/>
        <a:p>
          <a:endParaRPr lang="en-US"/>
        </a:p>
      </dgm:t>
    </dgm:pt>
    <dgm:pt modelId="{3461FBBF-07F2-4605-BFE1-9BC378B8D75D}">
      <dgm:prSet/>
      <dgm:spPr/>
      <dgm:t>
        <a:bodyPr/>
        <a:lstStyle/>
        <a:p>
          <a:r>
            <a:rPr lang="en-US"/>
            <a:t>2. &lt;Copy &amp; Paste&gt;: git clone https://github.com/rajkumardusad/IP-Tracer.git at the Kali Linux prompt.</a:t>
          </a:r>
        </a:p>
      </dgm:t>
    </dgm:pt>
    <dgm:pt modelId="{92EC1C89-ACFC-4357-8BB8-856F7982E571}" type="parTrans" cxnId="{0AEC0604-A2BC-4B6B-9A0D-07B2AED54C1B}">
      <dgm:prSet/>
      <dgm:spPr/>
      <dgm:t>
        <a:bodyPr/>
        <a:lstStyle/>
        <a:p>
          <a:endParaRPr lang="en-US"/>
        </a:p>
      </dgm:t>
    </dgm:pt>
    <dgm:pt modelId="{A17DE9DD-704C-4F1E-8D80-435E332F8825}" type="sibTrans" cxnId="{0AEC0604-A2BC-4B6B-9A0D-07B2AED54C1B}">
      <dgm:prSet/>
      <dgm:spPr/>
      <dgm:t>
        <a:bodyPr/>
        <a:lstStyle/>
        <a:p>
          <a:endParaRPr lang="en-US"/>
        </a:p>
      </dgm:t>
    </dgm:pt>
    <dgm:pt modelId="{9D8CDB50-23D8-4338-B7F6-2888319C4012}">
      <dgm:prSet/>
      <dgm:spPr/>
      <dgm:t>
        <a:bodyPr/>
        <a:lstStyle/>
        <a:p>
          <a:r>
            <a:rPr lang="en-US" dirty="0"/>
            <a:t>3. &lt;Copy &amp; Paste&gt;: cd IP-Tracer - [to change to the IP-Tracer directory].</a:t>
          </a:r>
        </a:p>
      </dgm:t>
    </dgm:pt>
    <dgm:pt modelId="{E61E19D3-EB15-472B-A495-B9A6AC9363BE}" type="parTrans" cxnId="{DBF826D7-662A-48CD-B523-1E8E44C72D78}">
      <dgm:prSet/>
      <dgm:spPr/>
      <dgm:t>
        <a:bodyPr/>
        <a:lstStyle/>
        <a:p>
          <a:endParaRPr lang="en-US"/>
        </a:p>
      </dgm:t>
    </dgm:pt>
    <dgm:pt modelId="{A4F6DEA3-08DD-45A8-9705-FC9A88A31BD9}" type="sibTrans" cxnId="{DBF826D7-662A-48CD-B523-1E8E44C72D78}">
      <dgm:prSet/>
      <dgm:spPr/>
      <dgm:t>
        <a:bodyPr/>
        <a:lstStyle/>
        <a:p>
          <a:endParaRPr lang="en-US"/>
        </a:p>
      </dgm:t>
    </dgm:pt>
    <dgm:pt modelId="{E56C1EBD-A353-437D-8621-C29E936C8468}">
      <dgm:prSet/>
      <dgm:spPr/>
      <dgm:t>
        <a:bodyPr/>
        <a:lstStyle/>
        <a:p>
          <a:r>
            <a:rPr lang="en-US"/>
            <a:t>4. Type #ls to see the main script file - [ip-tracer].</a:t>
          </a:r>
        </a:p>
      </dgm:t>
    </dgm:pt>
    <dgm:pt modelId="{DDCFAA8B-B7FD-4560-9B95-84A1FA3A6D7E}" type="parTrans" cxnId="{D1C31EE3-FAF4-4C5D-9157-6E2E46BABC93}">
      <dgm:prSet/>
      <dgm:spPr/>
      <dgm:t>
        <a:bodyPr/>
        <a:lstStyle/>
        <a:p>
          <a:endParaRPr lang="en-US"/>
        </a:p>
      </dgm:t>
    </dgm:pt>
    <dgm:pt modelId="{56163473-A919-4315-87F4-29B1A9B322BD}" type="sibTrans" cxnId="{D1C31EE3-FAF4-4C5D-9157-6E2E46BABC93}">
      <dgm:prSet/>
      <dgm:spPr/>
      <dgm:t>
        <a:bodyPr/>
        <a:lstStyle/>
        <a:p>
          <a:endParaRPr lang="en-US"/>
        </a:p>
      </dgm:t>
    </dgm:pt>
    <dgm:pt modelId="{5D068090-DEE8-49FD-8895-ED88736CEDB2}">
      <dgm:prSet/>
      <dgm:spPr/>
      <dgm:t>
        <a:bodyPr/>
        <a:lstStyle/>
        <a:p>
          <a:r>
            <a:rPr lang="en-US"/>
            <a:t>5. &lt;Copy &amp; Paste&gt;: chmod +x install.</a:t>
          </a:r>
        </a:p>
      </dgm:t>
    </dgm:pt>
    <dgm:pt modelId="{732AF464-ED00-46DC-9B0A-5CB282F3C193}" type="parTrans" cxnId="{B944B7E3-AD17-4FB0-9262-741B77A0BEF0}">
      <dgm:prSet/>
      <dgm:spPr/>
      <dgm:t>
        <a:bodyPr/>
        <a:lstStyle/>
        <a:p>
          <a:endParaRPr lang="en-US"/>
        </a:p>
      </dgm:t>
    </dgm:pt>
    <dgm:pt modelId="{BBEFFFD0-ECB2-41B4-B78F-86C27C3AEBB3}" type="sibTrans" cxnId="{B944B7E3-AD17-4FB0-9262-741B77A0BEF0}">
      <dgm:prSet/>
      <dgm:spPr/>
      <dgm:t>
        <a:bodyPr/>
        <a:lstStyle/>
        <a:p>
          <a:endParaRPr lang="en-US"/>
        </a:p>
      </dgm:t>
    </dgm:pt>
    <dgm:pt modelId="{F0469241-4128-4070-84A5-79DD5544A9D1}">
      <dgm:prSet/>
      <dgm:spPr/>
      <dgm:t>
        <a:bodyPr/>
        <a:lstStyle/>
        <a:p>
          <a:r>
            <a:rPr lang="en-US"/>
            <a:t>6. &lt;Copy &amp; Paste&gt;: sh install or ./install.</a:t>
          </a:r>
        </a:p>
      </dgm:t>
    </dgm:pt>
    <dgm:pt modelId="{DE6F9DE3-87A6-42AA-AAA5-90DD8C6BCD52}" type="parTrans" cxnId="{EB0BC392-E116-4B7A-B7E1-417EF4D0B06E}">
      <dgm:prSet/>
      <dgm:spPr/>
      <dgm:t>
        <a:bodyPr/>
        <a:lstStyle/>
        <a:p>
          <a:endParaRPr lang="en-US"/>
        </a:p>
      </dgm:t>
    </dgm:pt>
    <dgm:pt modelId="{46663931-5705-4EF5-B569-6B17BA702597}" type="sibTrans" cxnId="{EB0BC392-E116-4B7A-B7E1-417EF4D0B06E}">
      <dgm:prSet/>
      <dgm:spPr/>
      <dgm:t>
        <a:bodyPr/>
        <a:lstStyle/>
        <a:p>
          <a:endParaRPr lang="en-US"/>
        </a:p>
      </dgm:t>
    </dgm:pt>
    <dgm:pt modelId="{608AD262-D501-4E70-B2E8-390867F6BCDC}">
      <dgm:prSet/>
      <dgm:spPr/>
      <dgm:t>
        <a:bodyPr/>
        <a:lstStyle/>
        <a:p>
          <a:r>
            <a:rPr lang="en-US"/>
            <a:t>7. Launch the tool by typing IP-tracer.</a:t>
          </a:r>
        </a:p>
      </dgm:t>
    </dgm:pt>
    <dgm:pt modelId="{1B384C92-6173-405F-A89D-99B6C7A55B3F}" type="parTrans" cxnId="{1C06D4C6-0F93-4481-B4D3-14D6123BE908}">
      <dgm:prSet/>
      <dgm:spPr/>
      <dgm:t>
        <a:bodyPr/>
        <a:lstStyle/>
        <a:p>
          <a:endParaRPr lang="en-US"/>
        </a:p>
      </dgm:t>
    </dgm:pt>
    <dgm:pt modelId="{666E51F2-BFF8-487F-B3A8-C83E3CF0A772}" type="sibTrans" cxnId="{1C06D4C6-0F93-4481-B4D3-14D6123BE908}">
      <dgm:prSet/>
      <dgm:spPr/>
      <dgm:t>
        <a:bodyPr/>
        <a:lstStyle/>
        <a:p>
          <a:endParaRPr lang="en-US"/>
        </a:p>
      </dgm:t>
    </dgm:pt>
    <dgm:pt modelId="{A407E4E0-C9D7-4B57-A9C5-71E4A4B6B9B7}">
      <dgm:prSet/>
      <dgm:spPr/>
      <dgm:t>
        <a:bodyPr/>
        <a:lstStyle/>
        <a:p>
          <a:r>
            <a:rPr lang="en-US"/>
            <a:t>8. Type - trace -t &lt; IP address&gt;.</a:t>
          </a:r>
        </a:p>
      </dgm:t>
    </dgm:pt>
    <dgm:pt modelId="{30CD36F1-EF5F-45C8-A38E-E9057D4226FD}" type="parTrans" cxnId="{90594CB3-B761-43A7-A5BA-93E25FB13F37}">
      <dgm:prSet/>
      <dgm:spPr/>
      <dgm:t>
        <a:bodyPr/>
        <a:lstStyle/>
        <a:p>
          <a:endParaRPr lang="en-US"/>
        </a:p>
      </dgm:t>
    </dgm:pt>
    <dgm:pt modelId="{7A85DAEB-CE59-411F-A94A-1929F921C357}" type="sibTrans" cxnId="{90594CB3-B761-43A7-A5BA-93E25FB13F37}">
      <dgm:prSet/>
      <dgm:spPr/>
      <dgm:t>
        <a:bodyPr/>
        <a:lstStyle/>
        <a:p>
          <a:endParaRPr lang="en-US"/>
        </a:p>
      </dgm:t>
    </dgm:pt>
    <dgm:pt modelId="{184C1F51-F2B6-4081-9358-D7BC2D034F15}">
      <dgm:prSet/>
      <dgm:spPr/>
      <dgm:t>
        <a:bodyPr/>
        <a:lstStyle/>
        <a:p>
          <a:r>
            <a:rPr lang="en-US"/>
            <a:t>9. Seconds later, information is displayed about the IP address.</a:t>
          </a:r>
        </a:p>
      </dgm:t>
    </dgm:pt>
    <dgm:pt modelId="{BF4882A7-C3B6-461C-B621-371899894268}" type="parTrans" cxnId="{6868BC90-CEE3-4DE6-A3ED-0B5BB57D0174}">
      <dgm:prSet/>
      <dgm:spPr/>
      <dgm:t>
        <a:bodyPr/>
        <a:lstStyle/>
        <a:p>
          <a:endParaRPr lang="en-US"/>
        </a:p>
      </dgm:t>
    </dgm:pt>
    <dgm:pt modelId="{BF837762-647F-4937-9783-146E353D1D76}" type="sibTrans" cxnId="{6868BC90-CEE3-4DE6-A3ED-0B5BB57D0174}">
      <dgm:prSet/>
      <dgm:spPr/>
      <dgm:t>
        <a:bodyPr/>
        <a:lstStyle/>
        <a:p>
          <a:endParaRPr lang="en-US"/>
        </a:p>
      </dgm:t>
    </dgm:pt>
    <dgm:pt modelId="{D13C85AC-297E-4763-B63E-D03421000B63}" type="pres">
      <dgm:prSet presAssocID="{137FE794-A918-44AA-BCB8-59CFD5F3C9DD}" presName="linear" presStyleCnt="0">
        <dgm:presLayoutVars>
          <dgm:animLvl val="lvl"/>
          <dgm:resizeHandles val="exact"/>
        </dgm:presLayoutVars>
      </dgm:prSet>
      <dgm:spPr/>
    </dgm:pt>
    <dgm:pt modelId="{B210CC1F-360E-41B0-A740-470DB072B0C1}" type="pres">
      <dgm:prSet presAssocID="{C60163E8-ECAF-4378-BD5C-3450F797FC23}" presName="parentText" presStyleLbl="node1" presStyleIdx="0" presStyleCnt="9">
        <dgm:presLayoutVars>
          <dgm:chMax val="0"/>
          <dgm:bulletEnabled val="1"/>
        </dgm:presLayoutVars>
      </dgm:prSet>
      <dgm:spPr/>
    </dgm:pt>
    <dgm:pt modelId="{91166F4A-3FC0-4C33-BBFC-7E2EE514BE34}" type="pres">
      <dgm:prSet presAssocID="{783EDE12-F4C2-4A3B-8F86-40D02535B33F}" presName="spacer" presStyleCnt="0"/>
      <dgm:spPr/>
    </dgm:pt>
    <dgm:pt modelId="{117F57FB-60B1-4BFE-AA17-2A2EE9C5FA72}" type="pres">
      <dgm:prSet presAssocID="{3461FBBF-07F2-4605-BFE1-9BC378B8D75D}" presName="parentText" presStyleLbl="node1" presStyleIdx="1" presStyleCnt="9">
        <dgm:presLayoutVars>
          <dgm:chMax val="0"/>
          <dgm:bulletEnabled val="1"/>
        </dgm:presLayoutVars>
      </dgm:prSet>
      <dgm:spPr/>
    </dgm:pt>
    <dgm:pt modelId="{5782E780-D62D-420D-B1E7-C490DE7D783A}" type="pres">
      <dgm:prSet presAssocID="{A17DE9DD-704C-4F1E-8D80-435E332F8825}" presName="spacer" presStyleCnt="0"/>
      <dgm:spPr/>
    </dgm:pt>
    <dgm:pt modelId="{E15E2523-5016-4045-8004-F9B2514B943E}" type="pres">
      <dgm:prSet presAssocID="{9D8CDB50-23D8-4338-B7F6-2888319C4012}" presName="parentText" presStyleLbl="node1" presStyleIdx="2" presStyleCnt="9">
        <dgm:presLayoutVars>
          <dgm:chMax val="0"/>
          <dgm:bulletEnabled val="1"/>
        </dgm:presLayoutVars>
      </dgm:prSet>
      <dgm:spPr/>
    </dgm:pt>
    <dgm:pt modelId="{FB3F35EC-A7C0-4B30-9F8B-590FEF6C6323}" type="pres">
      <dgm:prSet presAssocID="{A4F6DEA3-08DD-45A8-9705-FC9A88A31BD9}" presName="spacer" presStyleCnt="0"/>
      <dgm:spPr/>
    </dgm:pt>
    <dgm:pt modelId="{2A9F358B-7DCF-4725-8536-5E44DBE3C76F}" type="pres">
      <dgm:prSet presAssocID="{E56C1EBD-A353-437D-8621-C29E936C8468}" presName="parentText" presStyleLbl="node1" presStyleIdx="3" presStyleCnt="9">
        <dgm:presLayoutVars>
          <dgm:chMax val="0"/>
          <dgm:bulletEnabled val="1"/>
        </dgm:presLayoutVars>
      </dgm:prSet>
      <dgm:spPr/>
    </dgm:pt>
    <dgm:pt modelId="{3DE9D898-E7DA-4B4E-98CD-D2234242419D}" type="pres">
      <dgm:prSet presAssocID="{56163473-A919-4315-87F4-29B1A9B322BD}" presName="spacer" presStyleCnt="0"/>
      <dgm:spPr/>
    </dgm:pt>
    <dgm:pt modelId="{10F475D8-1803-4A2C-8D18-4395FD77947A}" type="pres">
      <dgm:prSet presAssocID="{5D068090-DEE8-49FD-8895-ED88736CEDB2}" presName="parentText" presStyleLbl="node1" presStyleIdx="4" presStyleCnt="9">
        <dgm:presLayoutVars>
          <dgm:chMax val="0"/>
          <dgm:bulletEnabled val="1"/>
        </dgm:presLayoutVars>
      </dgm:prSet>
      <dgm:spPr/>
    </dgm:pt>
    <dgm:pt modelId="{158B881C-EBC6-45FB-A4FA-E826A34C2D0A}" type="pres">
      <dgm:prSet presAssocID="{BBEFFFD0-ECB2-41B4-B78F-86C27C3AEBB3}" presName="spacer" presStyleCnt="0"/>
      <dgm:spPr/>
    </dgm:pt>
    <dgm:pt modelId="{364EFAE0-8AEE-4987-92CF-6261432DF481}" type="pres">
      <dgm:prSet presAssocID="{F0469241-4128-4070-84A5-79DD5544A9D1}" presName="parentText" presStyleLbl="node1" presStyleIdx="5" presStyleCnt="9">
        <dgm:presLayoutVars>
          <dgm:chMax val="0"/>
          <dgm:bulletEnabled val="1"/>
        </dgm:presLayoutVars>
      </dgm:prSet>
      <dgm:spPr/>
    </dgm:pt>
    <dgm:pt modelId="{1F190EEA-2DC0-4C37-B19C-F80B36A06D67}" type="pres">
      <dgm:prSet presAssocID="{46663931-5705-4EF5-B569-6B17BA702597}" presName="spacer" presStyleCnt="0"/>
      <dgm:spPr/>
    </dgm:pt>
    <dgm:pt modelId="{49C4C84B-F46D-4CC5-8757-8BD25304897E}" type="pres">
      <dgm:prSet presAssocID="{608AD262-D501-4E70-B2E8-390867F6BCDC}" presName="parentText" presStyleLbl="node1" presStyleIdx="6" presStyleCnt="9">
        <dgm:presLayoutVars>
          <dgm:chMax val="0"/>
          <dgm:bulletEnabled val="1"/>
        </dgm:presLayoutVars>
      </dgm:prSet>
      <dgm:spPr/>
    </dgm:pt>
    <dgm:pt modelId="{9FE1B36D-7280-4735-98AB-297C63DDAA33}" type="pres">
      <dgm:prSet presAssocID="{666E51F2-BFF8-487F-B3A8-C83E3CF0A772}" presName="spacer" presStyleCnt="0"/>
      <dgm:spPr/>
    </dgm:pt>
    <dgm:pt modelId="{C981A3FF-0083-4F7A-A35F-E96472F8B5C2}" type="pres">
      <dgm:prSet presAssocID="{A407E4E0-C9D7-4B57-A9C5-71E4A4B6B9B7}" presName="parentText" presStyleLbl="node1" presStyleIdx="7" presStyleCnt="9">
        <dgm:presLayoutVars>
          <dgm:chMax val="0"/>
          <dgm:bulletEnabled val="1"/>
        </dgm:presLayoutVars>
      </dgm:prSet>
      <dgm:spPr/>
    </dgm:pt>
    <dgm:pt modelId="{A57A3357-5CBE-48A9-B4B8-2826535B2145}" type="pres">
      <dgm:prSet presAssocID="{7A85DAEB-CE59-411F-A94A-1929F921C357}" presName="spacer" presStyleCnt="0"/>
      <dgm:spPr/>
    </dgm:pt>
    <dgm:pt modelId="{35E55471-D494-4F45-889B-7EA74BF1772F}" type="pres">
      <dgm:prSet presAssocID="{184C1F51-F2B6-4081-9358-D7BC2D034F15}" presName="parentText" presStyleLbl="node1" presStyleIdx="8" presStyleCnt="9">
        <dgm:presLayoutVars>
          <dgm:chMax val="0"/>
          <dgm:bulletEnabled val="1"/>
        </dgm:presLayoutVars>
      </dgm:prSet>
      <dgm:spPr/>
    </dgm:pt>
  </dgm:ptLst>
  <dgm:cxnLst>
    <dgm:cxn modelId="{0AEC0604-A2BC-4B6B-9A0D-07B2AED54C1B}" srcId="{137FE794-A918-44AA-BCB8-59CFD5F3C9DD}" destId="{3461FBBF-07F2-4605-BFE1-9BC378B8D75D}" srcOrd="1" destOrd="0" parTransId="{92EC1C89-ACFC-4357-8BB8-856F7982E571}" sibTransId="{A17DE9DD-704C-4F1E-8D80-435E332F8825}"/>
    <dgm:cxn modelId="{C498B00F-BFD0-411F-887F-1A261C9089A8}" type="presOf" srcId="{137FE794-A918-44AA-BCB8-59CFD5F3C9DD}" destId="{D13C85AC-297E-4763-B63E-D03421000B63}" srcOrd="0" destOrd="0" presId="urn:microsoft.com/office/officeart/2005/8/layout/vList2"/>
    <dgm:cxn modelId="{EA647662-E29B-40C5-9571-E6A91170A71E}" type="presOf" srcId="{E56C1EBD-A353-437D-8621-C29E936C8468}" destId="{2A9F358B-7DCF-4725-8536-5E44DBE3C76F}" srcOrd="0" destOrd="0" presId="urn:microsoft.com/office/officeart/2005/8/layout/vList2"/>
    <dgm:cxn modelId="{9C4FD968-0A21-49DC-89C4-E8DDCE53E7EB}" type="presOf" srcId="{608AD262-D501-4E70-B2E8-390867F6BCDC}" destId="{49C4C84B-F46D-4CC5-8757-8BD25304897E}" srcOrd="0" destOrd="0" presId="urn:microsoft.com/office/officeart/2005/8/layout/vList2"/>
    <dgm:cxn modelId="{B725EF48-87E5-468F-B6FB-53A1A8937220}" type="presOf" srcId="{184C1F51-F2B6-4081-9358-D7BC2D034F15}" destId="{35E55471-D494-4F45-889B-7EA74BF1772F}" srcOrd="0" destOrd="0" presId="urn:microsoft.com/office/officeart/2005/8/layout/vList2"/>
    <dgm:cxn modelId="{6BF6514C-A31A-4D36-82B0-3BA733A9B340}" type="presOf" srcId="{F0469241-4128-4070-84A5-79DD5544A9D1}" destId="{364EFAE0-8AEE-4987-92CF-6261432DF481}" srcOrd="0" destOrd="0" presId="urn:microsoft.com/office/officeart/2005/8/layout/vList2"/>
    <dgm:cxn modelId="{6868BC90-CEE3-4DE6-A3ED-0B5BB57D0174}" srcId="{137FE794-A918-44AA-BCB8-59CFD5F3C9DD}" destId="{184C1F51-F2B6-4081-9358-D7BC2D034F15}" srcOrd="8" destOrd="0" parTransId="{BF4882A7-C3B6-461C-B621-371899894268}" sibTransId="{BF837762-647F-4937-9783-146E353D1D76}"/>
    <dgm:cxn modelId="{EB0BC392-E116-4B7A-B7E1-417EF4D0B06E}" srcId="{137FE794-A918-44AA-BCB8-59CFD5F3C9DD}" destId="{F0469241-4128-4070-84A5-79DD5544A9D1}" srcOrd="5" destOrd="0" parTransId="{DE6F9DE3-87A6-42AA-AAA5-90DD8C6BCD52}" sibTransId="{46663931-5705-4EF5-B569-6B17BA702597}"/>
    <dgm:cxn modelId="{FC5DCE99-ED94-4A5F-9D6D-3E36E334E856}" type="presOf" srcId="{A407E4E0-C9D7-4B57-A9C5-71E4A4B6B9B7}" destId="{C981A3FF-0083-4F7A-A35F-E96472F8B5C2}" srcOrd="0" destOrd="0" presId="urn:microsoft.com/office/officeart/2005/8/layout/vList2"/>
    <dgm:cxn modelId="{FF393FA7-3998-48C7-877B-57BAEC8F78B0}" type="presOf" srcId="{5D068090-DEE8-49FD-8895-ED88736CEDB2}" destId="{10F475D8-1803-4A2C-8D18-4395FD77947A}" srcOrd="0" destOrd="0" presId="urn:microsoft.com/office/officeart/2005/8/layout/vList2"/>
    <dgm:cxn modelId="{C3EB7FAF-20BE-4ADD-A305-8CD11427E6B4}" srcId="{137FE794-A918-44AA-BCB8-59CFD5F3C9DD}" destId="{C60163E8-ECAF-4378-BD5C-3450F797FC23}" srcOrd="0" destOrd="0" parTransId="{D270C858-F343-4084-88D1-65C1EA0B4CE4}" sibTransId="{783EDE12-F4C2-4A3B-8F86-40D02535B33F}"/>
    <dgm:cxn modelId="{90594CB3-B761-43A7-A5BA-93E25FB13F37}" srcId="{137FE794-A918-44AA-BCB8-59CFD5F3C9DD}" destId="{A407E4E0-C9D7-4B57-A9C5-71E4A4B6B9B7}" srcOrd="7" destOrd="0" parTransId="{30CD36F1-EF5F-45C8-A38E-E9057D4226FD}" sibTransId="{7A85DAEB-CE59-411F-A94A-1929F921C357}"/>
    <dgm:cxn modelId="{1C06D4C6-0F93-4481-B4D3-14D6123BE908}" srcId="{137FE794-A918-44AA-BCB8-59CFD5F3C9DD}" destId="{608AD262-D501-4E70-B2E8-390867F6BCDC}" srcOrd="6" destOrd="0" parTransId="{1B384C92-6173-405F-A89D-99B6C7A55B3F}" sibTransId="{666E51F2-BFF8-487F-B3A8-C83E3CF0A772}"/>
    <dgm:cxn modelId="{DBF826D7-662A-48CD-B523-1E8E44C72D78}" srcId="{137FE794-A918-44AA-BCB8-59CFD5F3C9DD}" destId="{9D8CDB50-23D8-4338-B7F6-2888319C4012}" srcOrd="2" destOrd="0" parTransId="{E61E19D3-EB15-472B-A495-B9A6AC9363BE}" sibTransId="{A4F6DEA3-08DD-45A8-9705-FC9A88A31BD9}"/>
    <dgm:cxn modelId="{12DC99D8-EB77-4B3E-9893-3828BE1BA241}" type="presOf" srcId="{9D8CDB50-23D8-4338-B7F6-2888319C4012}" destId="{E15E2523-5016-4045-8004-F9B2514B943E}" srcOrd="0" destOrd="0" presId="urn:microsoft.com/office/officeart/2005/8/layout/vList2"/>
    <dgm:cxn modelId="{D1C31EE3-FAF4-4C5D-9157-6E2E46BABC93}" srcId="{137FE794-A918-44AA-BCB8-59CFD5F3C9DD}" destId="{E56C1EBD-A353-437D-8621-C29E936C8468}" srcOrd="3" destOrd="0" parTransId="{DDCFAA8B-B7FD-4560-9B95-84A1FA3A6D7E}" sibTransId="{56163473-A919-4315-87F4-29B1A9B322BD}"/>
    <dgm:cxn modelId="{B944B7E3-AD17-4FB0-9262-741B77A0BEF0}" srcId="{137FE794-A918-44AA-BCB8-59CFD5F3C9DD}" destId="{5D068090-DEE8-49FD-8895-ED88736CEDB2}" srcOrd="4" destOrd="0" parTransId="{732AF464-ED00-46DC-9B0A-5CB282F3C193}" sibTransId="{BBEFFFD0-ECB2-41B4-B78F-86C27C3AEBB3}"/>
    <dgm:cxn modelId="{26FA61E4-165A-4834-ADAA-9C9806147D6B}" type="presOf" srcId="{3461FBBF-07F2-4605-BFE1-9BC378B8D75D}" destId="{117F57FB-60B1-4BFE-AA17-2A2EE9C5FA72}" srcOrd="0" destOrd="0" presId="urn:microsoft.com/office/officeart/2005/8/layout/vList2"/>
    <dgm:cxn modelId="{42DAEFED-96D0-43CE-8D56-05DE856BF6E2}" type="presOf" srcId="{C60163E8-ECAF-4378-BD5C-3450F797FC23}" destId="{B210CC1F-360E-41B0-A740-470DB072B0C1}" srcOrd="0" destOrd="0" presId="urn:microsoft.com/office/officeart/2005/8/layout/vList2"/>
    <dgm:cxn modelId="{D06EE32C-BF8D-4290-94BD-DB68DDAE4DD4}" type="presParOf" srcId="{D13C85AC-297E-4763-B63E-D03421000B63}" destId="{B210CC1F-360E-41B0-A740-470DB072B0C1}" srcOrd="0" destOrd="0" presId="urn:microsoft.com/office/officeart/2005/8/layout/vList2"/>
    <dgm:cxn modelId="{597C821A-C215-4DAF-8894-269392860287}" type="presParOf" srcId="{D13C85AC-297E-4763-B63E-D03421000B63}" destId="{91166F4A-3FC0-4C33-BBFC-7E2EE514BE34}" srcOrd="1" destOrd="0" presId="urn:microsoft.com/office/officeart/2005/8/layout/vList2"/>
    <dgm:cxn modelId="{E6A903D0-0BE4-418F-8C4A-7789E7227B34}" type="presParOf" srcId="{D13C85AC-297E-4763-B63E-D03421000B63}" destId="{117F57FB-60B1-4BFE-AA17-2A2EE9C5FA72}" srcOrd="2" destOrd="0" presId="urn:microsoft.com/office/officeart/2005/8/layout/vList2"/>
    <dgm:cxn modelId="{BD0B148C-B604-49CC-A59D-0717246FA7D1}" type="presParOf" srcId="{D13C85AC-297E-4763-B63E-D03421000B63}" destId="{5782E780-D62D-420D-B1E7-C490DE7D783A}" srcOrd="3" destOrd="0" presId="urn:microsoft.com/office/officeart/2005/8/layout/vList2"/>
    <dgm:cxn modelId="{8356080B-7C9A-4883-8422-210A7DF9B1E4}" type="presParOf" srcId="{D13C85AC-297E-4763-B63E-D03421000B63}" destId="{E15E2523-5016-4045-8004-F9B2514B943E}" srcOrd="4" destOrd="0" presId="urn:microsoft.com/office/officeart/2005/8/layout/vList2"/>
    <dgm:cxn modelId="{6219BA38-72D6-4BDC-BA8F-3793B27505F6}" type="presParOf" srcId="{D13C85AC-297E-4763-B63E-D03421000B63}" destId="{FB3F35EC-A7C0-4B30-9F8B-590FEF6C6323}" srcOrd="5" destOrd="0" presId="urn:microsoft.com/office/officeart/2005/8/layout/vList2"/>
    <dgm:cxn modelId="{0186F04D-F65E-4612-9880-9D2758113C29}" type="presParOf" srcId="{D13C85AC-297E-4763-B63E-D03421000B63}" destId="{2A9F358B-7DCF-4725-8536-5E44DBE3C76F}" srcOrd="6" destOrd="0" presId="urn:microsoft.com/office/officeart/2005/8/layout/vList2"/>
    <dgm:cxn modelId="{D58330FA-4958-477F-921B-7C7C2CA410B5}" type="presParOf" srcId="{D13C85AC-297E-4763-B63E-D03421000B63}" destId="{3DE9D898-E7DA-4B4E-98CD-D2234242419D}" srcOrd="7" destOrd="0" presId="urn:microsoft.com/office/officeart/2005/8/layout/vList2"/>
    <dgm:cxn modelId="{04E5AA01-2C5E-4548-9A7E-B7FA499D994A}" type="presParOf" srcId="{D13C85AC-297E-4763-B63E-D03421000B63}" destId="{10F475D8-1803-4A2C-8D18-4395FD77947A}" srcOrd="8" destOrd="0" presId="urn:microsoft.com/office/officeart/2005/8/layout/vList2"/>
    <dgm:cxn modelId="{D3FB3E02-09D6-4CD8-8EB6-29F1E358A2B4}" type="presParOf" srcId="{D13C85AC-297E-4763-B63E-D03421000B63}" destId="{158B881C-EBC6-45FB-A4FA-E826A34C2D0A}" srcOrd="9" destOrd="0" presId="urn:microsoft.com/office/officeart/2005/8/layout/vList2"/>
    <dgm:cxn modelId="{21C23706-6D60-4CDA-B413-9F46288F74CA}" type="presParOf" srcId="{D13C85AC-297E-4763-B63E-D03421000B63}" destId="{364EFAE0-8AEE-4987-92CF-6261432DF481}" srcOrd="10" destOrd="0" presId="urn:microsoft.com/office/officeart/2005/8/layout/vList2"/>
    <dgm:cxn modelId="{9103449D-201D-492D-A1F7-8298D3FA3F14}" type="presParOf" srcId="{D13C85AC-297E-4763-B63E-D03421000B63}" destId="{1F190EEA-2DC0-4C37-B19C-F80B36A06D67}" srcOrd="11" destOrd="0" presId="urn:microsoft.com/office/officeart/2005/8/layout/vList2"/>
    <dgm:cxn modelId="{3F16DB79-BFAB-4004-99CF-3EC5EA1E0E87}" type="presParOf" srcId="{D13C85AC-297E-4763-B63E-D03421000B63}" destId="{49C4C84B-F46D-4CC5-8757-8BD25304897E}" srcOrd="12" destOrd="0" presId="urn:microsoft.com/office/officeart/2005/8/layout/vList2"/>
    <dgm:cxn modelId="{E22D6B13-B2C0-4B27-92D7-6878DD8E4393}" type="presParOf" srcId="{D13C85AC-297E-4763-B63E-D03421000B63}" destId="{9FE1B36D-7280-4735-98AB-297C63DDAA33}" srcOrd="13" destOrd="0" presId="urn:microsoft.com/office/officeart/2005/8/layout/vList2"/>
    <dgm:cxn modelId="{163BA783-902D-47CB-850A-86B6A32C50F5}" type="presParOf" srcId="{D13C85AC-297E-4763-B63E-D03421000B63}" destId="{C981A3FF-0083-4F7A-A35F-E96472F8B5C2}" srcOrd="14" destOrd="0" presId="urn:microsoft.com/office/officeart/2005/8/layout/vList2"/>
    <dgm:cxn modelId="{82FC7678-FD45-4FA3-A964-B2C4B73479E0}" type="presParOf" srcId="{D13C85AC-297E-4763-B63E-D03421000B63}" destId="{A57A3357-5CBE-48A9-B4B8-2826535B2145}" srcOrd="15" destOrd="0" presId="urn:microsoft.com/office/officeart/2005/8/layout/vList2"/>
    <dgm:cxn modelId="{EC466DCE-768F-47E3-8AC1-983B2AA2FCAF}" type="presParOf" srcId="{D13C85AC-297E-4763-B63E-D03421000B63}" destId="{35E55471-D494-4F45-889B-7EA74BF1772F}"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95D88-D4AD-4CF2-848D-996CDE9A9E2C}">
      <dsp:nvSpPr>
        <dsp:cNvPr id="0" name=""/>
        <dsp:cNvSpPr/>
      </dsp:nvSpPr>
      <dsp:spPr>
        <a:xfrm>
          <a:off x="0" y="462"/>
          <a:ext cx="539336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AA63D0-4B6E-4BD0-B86C-74EEE9D1A174}">
      <dsp:nvSpPr>
        <dsp:cNvPr id="0" name=""/>
        <dsp:cNvSpPr/>
      </dsp:nvSpPr>
      <dsp:spPr>
        <a:xfrm>
          <a:off x="0" y="462"/>
          <a:ext cx="5393361" cy="757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This software/project is provided "AS IS" without any warranties of any kind, either express or implied, including but not limited to the implied warranties of merchantability, fitness for a particular purpose, or non-infringement.  </a:t>
          </a:r>
        </a:p>
      </dsp:txBody>
      <dsp:txXfrm>
        <a:off x="0" y="462"/>
        <a:ext cx="5393361" cy="757573"/>
      </dsp:txXfrm>
    </dsp:sp>
    <dsp:sp modelId="{E4CC8913-4CAD-4E73-98C4-FA816C72B3FB}">
      <dsp:nvSpPr>
        <dsp:cNvPr id="0" name=""/>
        <dsp:cNvSpPr/>
      </dsp:nvSpPr>
      <dsp:spPr>
        <a:xfrm>
          <a:off x="0" y="758035"/>
          <a:ext cx="539336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625169-37B4-4347-BF6C-78CC6C4C24DA}">
      <dsp:nvSpPr>
        <dsp:cNvPr id="0" name=""/>
        <dsp:cNvSpPr/>
      </dsp:nvSpPr>
      <dsp:spPr>
        <a:xfrm>
          <a:off x="0" y="758035"/>
          <a:ext cx="5393361" cy="757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The authors and contributors are not responsible for any damages, data loss, or other consequences arising from the use or misuse of this software/project.  </a:t>
          </a:r>
        </a:p>
      </dsp:txBody>
      <dsp:txXfrm>
        <a:off x="0" y="758035"/>
        <a:ext cx="5393361" cy="757573"/>
      </dsp:txXfrm>
    </dsp:sp>
    <dsp:sp modelId="{0C9569B5-4CC6-429F-83BC-DC71968CA64A}">
      <dsp:nvSpPr>
        <dsp:cNvPr id="0" name=""/>
        <dsp:cNvSpPr/>
      </dsp:nvSpPr>
      <dsp:spPr>
        <a:xfrm>
          <a:off x="0" y="1515608"/>
          <a:ext cx="539336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76318D-C449-4BD7-9ECC-46EE26F8DB09}">
      <dsp:nvSpPr>
        <dsp:cNvPr id="0" name=""/>
        <dsp:cNvSpPr/>
      </dsp:nvSpPr>
      <dsp:spPr>
        <a:xfrm>
          <a:off x="0" y="1515608"/>
          <a:ext cx="5393361" cy="757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By using this software/project, you agree that you are solely responsible for compliance with all applicable laws and regulations in your jurisdiction.  </a:t>
          </a:r>
        </a:p>
      </dsp:txBody>
      <dsp:txXfrm>
        <a:off x="0" y="1515608"/>
        <a:ext cx="5393361" cy="757573"/>
      </dsp:txXfrm>
    </dsp:sp>
    <dsp:sp modelId="{7199C4A7-75B8-427F-9B30-6193D7742E57}">
      <dsp:nvSpPr>
        <dsp:cNvPr id="0" name=""/>
        <dsp:cNvSpPr/>
      </dsp:nvSpPr>
      <dsp:spPr>
        <a:xfrm>
          <a:off x="0" y="2273182"/>
          <a:ext cx="539336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D24D77-2186-43E7-83C4-EFD1F07A765F}">
      <dsp:nvSpPr>
        <dsp:cNvPr id="0" name=""/>
        <dsp:cNvSpPr/>
      </dsp:nvSpPr>
      <dsp:spPr>
        <a:xfrm>
          <a:off x="0" y="2273182"/>
          <a:ext cx="5393361" cy="757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dirty="0"/>
            <a:t>If you are using this software/project for penetration testing, cybersecurity research, or any other activity that interacts with systems you do not own, you must obtain explicit permission from the system owner. Unauthorized use may violate local, state, and federal laws.</a:t>
          </a:r>
        </a:p>
      </dsp:txBody>
      <dsp:txXfrm>
        <a:off x="0" y="2273182"/>
        <a:ext cx="5393361" cy="757573"/>
      </dsp:txXfrm>
    </dsp:sp>
    <dsp:sp modelId="{36A0D743-52BB-4C41-AD00-F8EBA99617C6}">
      <dsp:nvSpPr>
        <dsp:cNvPr id="0" name=""/>
        <dsp:cNvSpPr/>
      </dsp:nvSpPr>
      <dsp:spPr>
        <a:xfrm>
          <a:off x="0" y="3030755"/>
          <a:ext cx="539336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D1E67-B9F4-4EC7-A141-D81E72B14895}">
      <dsp:nvSpPr>
        <dsp:cNvPr id="0" name=""/>
        <dsp:cNvSpPr/>
      </dsp:nvSpPr>
      <dsp:spPr>
        <a:xfrm>
          <a:off x="0" y="3030755"/>
          <a:ext cx="5393361" cy="757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endParaRPr lang="en-US" sz="1100" kern="1200" dirty="0"/>
        </a:p>
      </dsp:txBody>
      <dsp:txXfrm>
        <a:off x="0" y="3030755"/>
        <a:ext cx="5393361" cy="7575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10CC1F-360E-41B0-A740-470DB072B0C1}">
      <dsp:nvSpPr>
        <dsp:cNvPr id="0" name=""/>
        <dsp:cNvSpPr/>
      </dsp:nvSpPr>
      <dsp:spPr>
        <a:xfrm>
          <a:off x="0" y="31898"/>
          <a:ext cx="6666833" cy="56306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1. Clone the repository here - https://github.com/rajkumardusad/IP-Tracer. 🌐</a:t>
          </a:r>
        </a:p>
      </dsp:txBody>
      <dsp:txXfrm>
        <a:off x="27486" y="59384"/>
        <a:ext cx="6611861" cy="508090"/>
      </dsp:txXfrm>
    </dsp:sp>
    <dsp:sp modelId="{117F57FB-60B1-4BFE-AA17-2A2EE9C5FA72}">
      <dsp:nvSpPr>
        <dsp:cNvPr id="0" name=""/>
        <dsp:cNvSpPr/>
      </dsp:nvSpPr>
      <dsp:spPr>
        <a:xfrm>
          <a:off x="0" y="635281"/>
          <a:ext cx="6666833" cy="563062"/>
        </a:xfrm>
        <a:prstGeom prst="roundRect">
          <a:avLst/>
        </a:prstGeom>
        <a:gradFill rotWithShape="0">
          <a:gsLst>
            <a:gs pos="0">
              <a:schemeClr val="accent2">
                <a:hueOff val="805452"/>
                <a:satOff val="-2312"/>
                <a:lumOff val="-3701"/>
                <a:alphaOff val="0"/>
                <a:satMod val="103000"/>
                <a:lumMod val="102000"/>
                <a:tint val="94000"/>
              </a:schemeClr>
            </a:gs>
            <a:gs pos="50000">
              <a:schemeClr val="accent2">
                <a:hueOff val="805452"/>
                <a:satOff val="-2312"/>
                <a:lumOff val="-3701"/>
                <a:alphaOff val="0"/>
                <a:satMod val="110000"/>
                <a:lumMod val="100000"/>
                <a:shade val="100000"/>
              </a:schemeClr>
            </a:gs>
            <a:gs pos="100000">
              <a:schemeClr val="accent2">
                <a:hueOff val="805452"/>
                <a:satOff val="-2312"/>
                <a:lumOff val="-370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2. &lt;Copy &amp; Paste&gt;: git clone https://github.com/rajkumardusad/IP-Tracer.git at the Kali Linux prompt.</a:t>
          </a:r>
        </a:p>
      </dsp:txBody>
      <dsp:txXfrm>
        <a:off x="27486" y="662767"/>
        <a:ext cx="6611861" cy="508090"/>
      </dsp:txXfrm>
    </dsp:sp>
    <dsp:sp modelId="{E15E2523-5016-4045-8004-F9B2514B943E}">
      <dsp:nvSpPr>
        <dsp:cNvPr id="0" name=""/>
        <dsp:cNvSpPr/>
      </dsp:nvSpPr>
      <dsp:spPr>
        <a:xfrm>
          <a:off x="0" y="1238663"/>
          <a:ext cx="6666833" cy="563062"/>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3. &lt;Copy &amp; Paste&gt;: cd IP-Tracer - [to change to the IP-Tracer directory].</a:t>
          </a:r>
        </a:p>
      </dsp:txBody>
      <dsp:txXfrm>
        <a:off x="27486" y="1266149"/>
        <a:ext cx="6611861" cy="508090"/>
      </dsp:txXfrm>
    </dsp:sp>
    <dsp:sp modelId="{2A9F358B-7DCF-4725-8536-5E44DBE3C76F}">
      <dsp:nvSpPr>
        <dsp:cNvPr id="0" name=""/>
        <dsp:cNvSpPr/>
      </dsp:nvSpPr>
      <dsp:spPr>
        <a:xfrm>
          <a:off x="0" y="1842046"/>
          <a:ext cx="6666833" cy="563062"/>
        </a:xfrm>
        <a:prstGeom prst="roundRect">
          <a:avLst/>
        </a:prstGeom>
        <a:gradFill rotWithShape="0">
          <a:gsLst>
            <a:gs pos="0">
              <a:schemeClr val="accent2">
                <a:hueOff val="2416355"/>
                <a:satOff val="-6935"/>
                <a:lumOff val="-11103"/>
                <a:alphaOff val="0"/>
                <a:satMod val="103000"/>
                <a:lumMod val="102000"/>
                <a:tint val="94000"/>
              </a:schemeClr>
            </a:gs>
            <a:gs pos="50000">
              <a:schemeClr val="accent2">
                <a:hueOff val="2416355"/>
                <a:satOff val="-6935"/>
                <a:lumOff val="-11103"/>
                <a:alphaOff val="0"/>
                <a:satMod val="110000"/>
                <a:lumMod val="100000"/>
                <a:shade val="100000"/>
              </a:schemeClr>
            </a:gs>
            <a:gs pos="100000">
              <a:schemeClr val="accent2">
                <a:hueOff val="2416355"/>
                <a:satOff val="-6935"/>
                <a:lumOff val="-1110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4. Type #ls to see the main script file - [ip-tracer].</a:t>
          </a:r>
        </a:p>
      </dsp:txBody>
      <dsp:txXfrm>
        <a:off x="27486" y="1869532"/>
        <a:ext cx="6611861" cy="508090"/>
      </dsp:txXfrm>
    </dsp:sp>
    <dsp:sp modelId="{10F475D8-1803-4A2C-8D18-4395FD77947A}">
      <dsp:nvSpPr>
        <dsp:cNvPr id="0" name=""/>
        <dsp:cNvSpPr/>
      </dsp:nvSpPr>
      <dsp:spPr>
        <a:xfrm>
          <a:off x="0" y="2445428"/>
          <a:ext cx="6666833" cy="563062"/>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5. &lt;Copy &amp; Paste&gt;: chmod +x install.</a:t>
          </a:r>
        </a:p>
      </dsp:txBody>
      <dsp:txXfrm>
        <a:off x="27486" y="2472914"/>
        <a:ext cx="6611861" cy="508090"/>
      </dsp:txXfrm>
    </dsp:sp>
    <dsp:sp modelId="{364EFAE0-8AEE-4987-92CF-6261432DF481}">
      <dsp:nvSpPr>
        <dsp:cNvPr id="0" name=""/>
        <dsp:cNvSpPr/>
      </dsp:nvSpPr>
      <dsp:spPr>
        <a:xfrm>
          <a:off x="0" y="3048811"/>
          <a:ext cx="6666833" cy="563062"/>
        </a:xfrm>
        <a:prstGeom prst="roundRect">
          <a:avLst/>
        </a:prstGeom>
        <a:gradFill rotWithShape="0">
          <a:gsLst>
            <a:gs pos="0">
              <a:schemeClr val="accent2">
                <a:hueOff val="4027259"/>
                <a:satOff val="-11558"/>
                <a:lumOff val="-18506"/>
                <a:alphaOff val="0"/>
                <a:satMod val="103000"/>
                <a:lumMod val="102000"/>
                <a:tint val="94000"/>
              </a:schemeClr>
            </a:gs>
            <a:gs pos="50000">
              <a:schemeClr val="accent2">
                <a:hueOff val="4027259"/>
                <a:satOff val="-11558"/>
                <a:lumOff val="-18506"/>
                <a:alphaOff val="0"/>
                <a:satMod val="110000"/>
                <a:lumMod val="100000"/>
                <a:shade val="100000"/>
              </a:schemeClr>
            </a:gs>
            <a:gs pos="100000">
              <a:schemeClr val="accent2">
                <a:hueOff val="4027259"/>
                <a:satOff val="-11558"/>
                <a:lumOff val="-185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6. &lt;Copy &amp; Paste&gt;: sh install or ./install.</a:t>
          </a:r>
        </a:p>
      </dsp:txBody>
      <dsp:txXfrm>
        <a:off x="27486" y="3076297"/>
        <a:ext cx="6611861" cy="508090"/>
      </dsp:txXfrm>
    </dsp:sp>
    <dsp:sp modelId="{49C4C84B-F46D-4CC5-8757-8BD25304897E}">
      <dsp:nvSpPr>
        <dsp:cNvPr id="0" name=""/>
        <dsp:cNvSpPr/>
      </dsp:nvSpPr>
      <dsp:spPr>
        <a:xfrm>
          <a:off x="0" y="3652193"/>
          <a:ext cx="6666833" cy="563062"/>
        </a:xfrm>
        <a:prstGeom prst="round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7. Launch the tool by typing IP-tracer.</a:t>
          </a:r>
        </a:p>
      </dsp:txBody>
      <dsp:txXfrm>
        <a:off x="27486" y="3679679"/>
        <a:ext cx="6611861" cy="508090"/>
      </dsp:txXfrm>
    </dsp:sp>
    <dsp:sp modelId="{C981A3FF-0083-4F7A-A35F-E96472F8B5C2}">
      <dsp:nvSpPr>
        <dsp:cNvPr id="0" name=""/>
        <dsp:cNvSpPr/>
      </dsp:nvSpPr>
      <dsp:spPr>
        <a:xfrm>
          <a:off x="0" y="4255576"/>
          <a:ext cx="6666833" cy="563062"/>
        </a:xfrm>
        <a:prstGeom prst="roundRect">
          <a:avLst/>
        </a:prstGeom>
        <a:gradFill rotWithShape="0">
          <a:gsLst>
            <a:gs pos="0">
              <a:schemeClr val="accent2">
                <a:hueOff val="5638162"/>
                <a:satOff val="-16181"/>
                <a:lumOff val="-25908"/>
                <a:alphaOff val="0"/>
                <a:satMod val="103000"/>
                <a:lumMod val="102000"/>
                <a:tint val="94000"/>
              </a:schemeClr>
            </a:gs>
            <a:gs pos="50000">
              <a:schemeClr val="accent2">
                <a:hueOff val="5638162"/>
                <a:satOff val="-16181"/>
                <a:lumOff val="-25908"/>
                <a:alphaOff val="0"/>
                <a:satMod val="110000"/>
                <a:lumMod val="100000"/>
                <a:shade val="100000"/>
              </a:schemeClr>
            </a:gs>
            <a:gs pos="100000">
              <a:schemeClr val="accent2">
                <a:hueOff val="5638162"/>
                <a:satOff val="-16181"/>
                <a:lumOff val="-2590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8. Type - trace -t &lt; IP address&gt;.</a:t>
          </a:r>
        </a:p>
      </dsp:txBody>
      <dsp:txXfrm>
        <a:off x="27486" y="4283062"/>
        <a:ext cx="6611861" cy="508090"/>
      </dsp:txXfrm>
    </dsp:sp>
    <dsp:sp modelId="{35E55471-D494-4F45-889B-7EA74BF1772F}">
      <dsp:nvSpPr>
        <dsp:cNvPr id="0" name=""/>
        <dsp:cNvSpPr/>
      </dsp:nvSpPr>
      <dsp:spPr>
        <a:xfrm>
          <a:off x="0" y="4858958"/>
          <a:ext cx="6666833" cy="563062"/>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9. Seconds later, information is displayed about the IP address.</a:t>
          </a:r>
        </a:p>
      </dsp:txBody>
      <dsp:txXfrm>
        <a:off x="27486" y="4886444"/>
        <a:ext cx="6611861" cy="50809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FA3A-450E-CBD6-6F19-350766B401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FCD8E5-4E3B-419E-8577-FCC9665445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B29802-F9E5-B549-4DA4-F6546CA46EA8}"/>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5" name="Footer Placeholder 4">
            <a:extLst>
              <a:ext uri="{FF2B5EF4-FFF2-40B4-BE49-F238E27FC236}">
                <a16:creationId xmlns:a16="http://schemas.microsoft.com/office/drawing/2014/main" id="{C829E485-9641-BB3B-A3EF-B1BA90E238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1F245-9023-7E3A-8260-AA70D6F9B856}"/>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123777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2E3F5-7648-860A-645C-70C87E527F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16E770-622C-558F-9F9D-C16CBC95A5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EF3AF3-91E1-D339-8D9A-412D17821CC2}"/>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5" name="Footer Placeholder 4">
            <a:extLst>
              <a:ext uri="{FF2B5EF4-FFF2-40B4-BE49-F238E27FC236}">
                <a16:creationId xmlns:a16="http://schemas.microsoft.com/office/drawing/2014/main" id="{3097A773-2015-E3D2-8AC1-0B1E0A410E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24A333-7783-A1EC-5254-FA2804E4F31B}"/>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3362810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CCD6D-CCC3-B94A-D8EF-C4D2C44E6E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2B4E97-7DED-DA2B-8699-EEB4FB2103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197D47-C651-1A9B-1599-CF07D05346DE}"/>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5" name="Footer Placeholder 4">
            <a:extLst>
              <a:ext uri="{FF2B5EF4-FFF2-40B4-BE49-F238E27FC236}">
                <a16:creationId xmlns:a16="http://schemas.microsoft.com/office/drawing/2014/main" id="{07C49C6A-2AD9-3F6D-35F2-93D79A316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43D06-482F-F909-B2C3-7EA4D202496D}"/>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3560973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98C28-B867-7DA6-8952-0A4432DB70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E0E6DE-1A0B-0C7C-82E8-8E574A2136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AC4E87-C56C-95BE-8240-92884A6493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A67A7B-237E-0D8D-5DE8-3F4FE4E2B327}"/>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6" name="Footer Placeholder 5">
            <a:extLst>
              <a:ext uri="{FF2B5EF4-FFF2-40B4-BE49-F238E27FC236}">
                <a16:creationId xmlns:a16="http://schemas.microsoft.com/office/drawing/2014/main" id="{6DAD1BBC-D3C0-79A7-E049-5DD9BA14F6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8AC974-275D-6920-F4F4-13A481C40764}"/>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59907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9B662-71DE-5D83-8FFE-320D6C92A8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8EEB3F-499E-2C2A-2364-22785BCF1A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875564-AE67-AC2C-C9F9-92503CD18F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CB5658-69BF-AAC5-A424-CFB214CE9A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03C429-D3E7-9D90-317E-1CC9A71CC5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4B545D-BA99-A862-D214-82B49C6069C5}"/>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8" name="Footer Placeholder 7">
            <a:extLst>
              <a:ext uri="{FF2B5EF4-FFF2-40B4-BE49-F238E27FC236}">
                <a16:creationId xmlns:a16="http://schemas.microsoft.com/office/drawing/2014/main" id="{1A90CAF9-F59A-4146-15E0-E790B87ABE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BF50AB-B769-0651-5234-395B999A631D}"/>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119584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F24C-41CA-C607-0841-626CD1B4F7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A16109-AD28-9088-6D99-5955EC6C9983}"/>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4" name="Footer Placeholder 3">
            <a:extLst>
              <a:ext uri="{FF2B5EF4-FFF2-40B4-BE49-F238E27FC236}">
                <a16:creationId xmlns:a16="http://schemas.microsoft.com/office/drawing/2014/main" id="{EC32998E-F5E0-B02A-A3BE-C2557A1EA6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76B1E0-09BE-4F20-FE0A-9B01D9FCD3EC}"/>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1296551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BB14E4-21E2-8D8F-C930-04D447C93AEA}"/>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3" name="Footer Placeholder 2">
            <a:extLst>
              <a:ext uri="{FF2B5EF4-FFF2-40B4-BE49-F238E27FC236}">
                <a16:creationId xmlns:a16="http://schemas.microsoft.com/office/drawing/2014/main" id="{C58212F4-C616-AC81-216A-6D2EA7FB61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37B268-5EEA-6E1D-EACC-FA03C8D0E32C}"/>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369542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8FDAD-7AC9-CBFB-C84B-846CD563B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E7BDA1-B715-3442-A254-366A9AE93B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41A13F-EC9E-0B8D-9225-C7A3F4F4F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C451FB-FD3D-EE4E-2636-50F0D0750FE6}"/>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6" name="Footer Placeholder 5">
            <a:extLst>
              <a:ext uri="{FF2B5EF4-FFF2-40B4-BE49-F238E27FC236}">
                <a16:creationId xmlns:a16="http://schemas.microsoft.com/office/drawing/2014/main" id="{C923D4D7-2FB6-571F-C15E-DBC50D635E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D435C7-7AF3-B145-89CB-6002C119A9F5}"/>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809657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4FD13-01C7-2947-A24D-914A617D36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6D5966-0E9F-EA18-7F95-45946DA2A5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EB0FEE-9EB1-272B-226E-42741098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205F1B-431A-60C9-369B-5C618EAA0A5A}"/>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6" name="Footer Placeholder 5">
            <a:extLst>
              <a:ext uri="{FF2B5EF4-FFF2-40B4-BE49-F238E27FC236}">
                <a16:creationId xmlns:a16="http://schemas.microsoft.com/office/drawing/2014/main" id="{0AF5574F-4F14-60E7-6D70-0D04D9195C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48BFA4-59DB-379F-5DE8-CEF4951FC570}"/>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4217872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C2152-E586-1DE1-7817-1B0484F127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A60E3A-5987-E8D1-2A03-F6E526BD20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461F73-36AD-49B8-F83E-12A46181A829}"/>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5" name="Footer Placeholder 4">
            <a:extLst>
              <a:ext uri="{FF2B5EF4-FFF2-40B4-BE49-F238E27FC236}">
                <a16:creationId xmlns:a16="http://schemas.microsoft.com/office/drawing/2014/main" id="{CDEEAD8A-D9AF-C154-19F3-C6CC60E31C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657324-63CD-4AE0-3C79-550DBC8CD29A}"/>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1147975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6422FE-C6D8-F2D0-6784-B13523C992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F3AEDD-EA2F-B7C3-D8DD-B50C782568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A863A-5AD2-DD65-F86E-8A3C4964E9AE}"/>
              </a:ext>
            </a:extLst>
          </p:cNvPr>
          <p:cNvSpPr>
            <a:spLocks noGrp="1"/>
          </p:cNvSpPr>
          <p:nvPr>
            <p:ph type="dt" sz="half" idx="10"/>
          </p:nvPr>
        </p:nvSpPr>
        <p:spPr/>
        <p:txBody>
          <a:bodyPr/>
          <a:lstStyle/>
          <a:p>
            <a:fld id="{741043D5-02AF-49B1-9D6D-A3DFA6ED7567}" type="datetimeFigureOut">
              <a:rPr lang="en-US" smtClean="0"/>
              <a:t>4/2/2026</a:t>
            </a:fld>
            <a:endParaRPr lang="en-US"/>
          </a:p>
        </p:txBody>
      </p:sp>
      <p:sp>
        <p:nvSpPr>
          <p:cNvPr id="5" name="Footer Placeholder 4">
            <a:extLst>
              <a:ext uri="{FF2B5EF4-FFF2-40B4-BE49-F238E27FC236}">
                <a16:creationId xmlns:a16="http://schemas.microsoft.com/office/drawing/2014/main" id="{4F898924-EE01-E5A8-FE3D-653B68D0E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270BC7-CBD2-08F7-2BDB-5C81844DB838}"/>
              </a:ext>
            </a:extLst>
          </p:cNvPr>
          <p:cNvSpPr>
            <a:spLocks noGrp="1"/>
          </p:cNvSpPr>
          <p:nvPr>
            <p:ph type="sldNum" sz="quarter" idx="12"/>
          </p:nvPr>
        </p:nvSpPr>
        <p:spPr/>
        <p:txBody>
          <a:bodyPr/>
          <a:lstStyle/>
          <a:p>
            <a:fld id="{E0B7026F-DB2F-4BFE-BADF-76C0260BE609}" type="slidenum">
              <a:rPr lang="en-US" smtClean="0"/>
              <a:t>‹#›</a:t>
            </a:fld>
            <a:endParaRPr lang="en-US"/>
          </a:p>
        </p:txBody>
      </p:sp>
    </p:spTree>
    <p:extLst>
      <p:ext uri="{BB962C8B-B14F-4D97-AF65-F5344CB8AC3E}">
        <p14:creationId xmlns:p14="http://schemas.microsoft.com/office/powerpoint/2010/main" val="324522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05A84A-DEBE-1E16-D05E-4C7DA22A62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B55625-F5B7-3083-07AB-A8F9E615CB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E5A2A1-9727-424C-82B8-75FE90CA8C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1043D5-02AF-49B1-9D6D-A3DFA6ED7567}" type="datetimeFigureOut">
              <a:rPr lang="en-US" smtClean="0"/>
              <a:t>4/2/2026</a:t>
            </a:fld>
            <a:endParaRPr lang="en-US"/>
          </a:p>
        </p:txBody>
      </p:sp>
      <p:sp>
        <p:nvSpPr>
          <p:cNvPr id="5" name="Footer Placeholder 4">
            <a:extLst>
              <a:ext uri="{FF2B5EF4-FFF2-40B4-BE49-F238E27FC236}">
                <a16:creationId xmlns:a16="http://schemas.microsoft.com/office/drawing/2014/main" id="{EE6555C9-CBC1-BA6F-3AF2-6F1379092B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0A59A0F-C2A2-5009-C2EA-5B3A58F36F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B7026F-DB2F-4BFE-BADF-76C0260BE609}" type="slidenum">
              <a:rPr lang="en-US" smtClean="0"/>
              <a:t>‹#›</a:t>
            </a:fld>
            <a:endParaRPr lang="en-US"/>
          </a:p>
        </p:txBody>
      </p:sp>
    </p:spTree>
    <p:extLst>
      <p:ext uri="{BB962C8B-B14F-4D97-AF65-F5344CB8AC3E}">
        <p14:creationId xmlns:p14="http://schemas.microsoft.com/office/powerpoint/2010/main" val="3273992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rajkumardusad/IP-Trac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rajkumardusad/IP-Tracer.g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 name="Rectangle 1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B89E41-E639-B603-7537-83704363BF4D}"/>
              </a:ext>
            </a:extLst>
          </p:cNvPr>
          <p:cNvSpPr>
            <a:spLocks noGrp="1"/>
          </p:cNvSpPr>
          <p:nvPr>
            <p:ph type="title"/>
          </p:nvPr>
        </p:nvSpPr>
        <p:spPr>
          <a:xfrm>
            <a:off x="1170071" y="344797"/>
            <a:ext cx="10049617" cy="1301123"/>
          </a:xfrm>
        </p:spPr>
        <p:txBody>
          <a:bodyPr vert="horz" lIns="91440" tIns="45720" rIns="91440" bIns="45720" rtlCol="0" anchor="b">
            <a:normAutofit fontScale="90000"/>
          </a:bodyPr>
          <a:lstStyle/>
          <a:p>
            <a:pPr algn="ctr"/>
            <a:r>
              <a:rPr lang="en-US" sz="2700" dirty="0">
                <a:solidFill>
                  <a:srgbClr val="FFFFFF"/>
                </a:solidFill>
              </a:rPr>
              <a:t>&lt; </a:t>
            </a:r>
            <a:r>
              <a:rPr lang="en-US" sz="2400" dirty="0">
                <a:solidFill>
                  <a:schemeClr val="bg1"/>
                </a:solidFill>
              </a:rPr>
              <a:t>How Hackers find your  Location from an IP Address | Cybersecurity Demo</a:t>
            </a:r>
            <a:r>
              <a:rPr lang="en-US" sz="2400" dirty="0">
                <a:solidFill>
                  <a:srgbClr val="FFFFFF"/>
                </a:solidFill>
              </a:rPr>
              <a:t>&gt; </a:t>
            </a:r>
            <a:br>
              <a:rPr lang="en-US" sz="2400" dirty="0">
                <a:solidFill>
                  <a:srgbClr val="FFFFFF"/>
                </a:solidFill>
              </a:rPr>
            </a:br>
            <a:r>
              <a:rPr lang="en-US" sz="2400" dirty="0">
                <a:solidFill>
                  <a:srgbClr val="FFFFFF"/>
                </a:solidFill>
              </a:rPr>
              <a:t>Created By: </a:t>
            </a:r>
            <a:br>
              <a:rPr lang="en-US" sz="3700" dirty="0">
                <a:solidFill>
                  <a:srgbClr val="FFFFFF"/>
                </a:solidFill>
              </a:rPr>
            </a:br>
            <a:endParaRPr lang="en-US" sz="3700" dirty="0">
              <a:solidFill>
                <a:srgbClr val="FFFFFF"/>
              </a:solidFill>
            </a:endParaRPr>
          </a:p>
        </p:txBody>
      </p:sp>
      <p:sp>
        <p:nvSpPr>
          <p:cNvPr id="23" name="Rectangle 22">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erson wearing glasses and a leather jacket&#10;&#10;AI-generated content may be incorrect.">
            <a:extLst>
              <a:ext uri="{FF2B5EF4-FFF2-40B4-BE49-F238E27FC236}">
                <a16:creationId xmlns:a16="http://schemas.microsoft.com/office/drawing/2014/main" id="{A8F9CFD0-E99E-8810-7493-FF3D2E2B8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05022" y="2538219"/>
            <a:ext cx="3235692" cy="2426769"/>
          </a:xfrm>
          <a:prstGeom prst="rect">
            <a:avLst/>
          </a:prstGeom>
        </p:spPr>
      </p:pic>
      <p:pic>
        <p:nvPicPr>
          <p:cNvPr id="8" name="Picture 7">
            <a:extLst>
              <a:ext uri="{FF2B5EF4-FFF2-40B4-BE49-F238E27FC236}">
                <a16:creationId xmlns:a16="http://schemas.microsoft.com/office/drawing/2014/main" id="{C8006959-1D25-BE52-28D1-A019B4364EAC}"/>
              </a:ext>
            </a:extLst>
          </p:cNvPr>
          <p:cNvPicPr>
            <a:picLocks noChangeAspect="1"/>
          </p:cNvPicPr>
          <p:nvPr/>
        </p:nvPicPr>
        <p:blipFill>
          <a:blip r:embed="rId3"/>
          <a:stretch>
            <a:fillRect/>
          </a:stretch>
        </p:blipFill>
        <p:spPr>
          <a:xfrm>
            <a:off x="6350724" y="2939792"/>
            <a:ext cx="4486215" cy="1623464"/>
          </a:xfrm>
          <a:prstGeom prst="rect">
            <a:avLst/>
          </a:prstGeom>
        </p:spPr>
      </p:pic>
    </p:spTree>
    <p:extLst>
      <p:ext uri="{BB962C8B-B14F-4D97-AF65-F5344CB8AC3E}">
        <p14:creationId xmlns:p14="http://schemas.microsoft.com/office/powerpoint/2010/main" val="1896731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DE94844-43F6-B6EA-D0A4-44B05E7E09B5}"/>
              </a:ext>
            </a:extLst>
          </p:cNvPr>
          <p:cNvSpPr>
            <a:spLocks noGrp="1"/>
          </p:cNvSpPr>
          <p:nvPr>
            <p:ph type="title"/>
          </p:nvPr>
        </p:nvSpPr>
        <p:spPr>
          <a:xfrm>
            <a:off x="838200" y="365125"/>
            <a:ext cx="5393361" cy="1325563"/>
          </a:xfrm>
        </p:spPr>
        <p:txBody>
          <a:bodyPr>
            <a:normAutofit/>
          </a:bodyPr>
          <a:lstStyle/>
          <a:p>
            <a:r>
              <a:rPr lang="en-US">
                <a:latin typeface="Amasis MT Pro Black" panose="02040A04050005020304" pitchFamily="18" charset="0"/>
              </a:rPr>
              <a:t>DISCLAIMER</a:t>
            </a:r>
          </a:p>
        </p:txBody>
      </p:sp>
      <p:pic>
        <p:nvPicPr>
          <p:cNvPr id="21" name="Picture 20">
            <a:extLst>
              <a:ext uri="{FF2B5EF4-FFF2-40B4-BE49-F238E27FC236}">
                <a16:creationId xmlns:a16="http://schemas.microsoft.com/office/drawing/2014/main" id="{3F9649C9-EB33-C6C9-64D6-FBB38128C47E}"/>
              </a:ext>
            </a:extLst>
          </p:cNvPr>
          <p:cNvPicPr>
            <a:picLocks noChangeAspect="1"/>
          </p:cNvPicPr>
          <p:nvPr/>
        </p:nvPicPr>
        <p:blipFill>
          <a:blip r:embed="rId2"/>
          <a:srcRect l="12879" r="21622"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7"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0" name="Content Placeholder 2">
            <a:extLst>
              <a:ext uri="{FF2B5EF4-FFF2-40B4-BE49-F238E27FC236}">
                <a16:creationId xmlns:a16="http://schemas.microsoft.com/office/drawing/2014/main" id="{B8766D54-8BD0-96F9-5BAC-E936B34611E7}"/>
              </a:ext>
            </a:extLst>
          </p:cNvPr>
          <p:cNvGraphicFramePr>
            <a:graphicFrameLocks noGrp="1"/>
          </p:cNvGraphicFramePr>
          <p:nvPr>
            <p:ph idx="1"/>
            <p:extLst>
              <p:ext uri="{D42A27DB-BD31-4B8C-83A1-F6EECF244321}">
                <p14:modId xmlns:p14="http://schemas.microsoft.com/office/powerpoint/2010/main" val="2923956211"/>
              </p:ext>
            </p:extLst>
          </p:nvPr>
        </p:nvGraphicFramePr>
        <p:xfrm>
          <a:off x="838200" y="1825625"/>
          <a:ext cx="5393361" cy="37887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627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337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A0776E-396E-8BE5-F575-FF1CAF56A187}"/>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2000" kern="1200" dirty="0">
                <a:solidFill>
                  <a:srgbClr val="FFFFFF"/>
                </a:solidFill>
                <a:latin typeface="+mj-lt"/>
                <a:ea typeface="+mj-ea"/>
                <a:cs typeface="+mj-cs"/>
              </a:rPr>
              <a:t>1</a:t>
            </a:r>
            <a:r>
              <a:rPr lang="en-US" sz="2000" kern="1200" baseline="30000" dirty="0">
                <a:solidFill>
                  <a:srgbClr val="FFFFFF"/>
                </a:solidFill>
                <a:latin typeface="+mj-lt"/>
                <a:ea typeface="+mj-ea"/>
                <a:cs typeface="+mj-cs"/>
              </a:rPr>
              <a:t>st</a:t>
            </a:r>
            <a:r>
              <a:rPr lang="en-US" sz="2000" kern="1200" dirty="0">
                <a:solidFill>
                  <a:srgbClr val="FFFFFF"/>
                </a:solidFill>
                <a:latin typeface="+mj-lt"/>
                <a:ea typeface="+mj-ea"/>
                <a:cs typeface="+mj-cs"/>
              </a:rPr>
              <a:t> step – go to </a:t>
            </a:r>
            <a:r>
              <a:rPr lang="en-US" sz="2000" kern="1200" dirty="0">
                <a:solidFill>
                  <a:schemeClr val="accent4">
                    <a:lumMod val="40000"/>
                    <a:lumOff val="60000"/>
                  </a:schemeClr>
                </a:solidFill>
                <a:latin typeface="+mj-lt"/>
                <a:ea typeface="+mj-ea"/>
                <a:cs typeface="+mj-cs"/>
                <a:hlinkClick r:id="rId2">
                  <a:extLst>
                    <a:ext uri="{A12FA001-AC4F-418D-AE19-62706E023703}">
                      <ahyp:hlinkClr xmlns:ahyp="http://schemas.microsoft.com/office/drawing/2018/hyperlinkcolor" val="tx"/>
                    </a:ext>
                  </a:extLst>
                </a:hlinkClick>
              </a:rPr>
              <a:t>https://github.com/rajkumardusad/IP-Tracer</a:t>
            </a:r>
            <a:r>
              <a:rPr lang="en-US" sz="2000" kern="1200" dirty="0">
                <a:solidFill>
                  <a:schemeClr val="accent4">
                    <a:lumMod val="40000"/>
                    <a:lumOff val="60000"/>
                  </a:schemeClr>
                </a:solidFill>
                <a:latin typeface="+mj-lt"/>
                <a:ea typeface="+mj-ea"/>
                <a:cs typeface="+mj-cs"/>
              </a:rPr>
              <a:t> </a:t>
            </a:r>
            <a:br>
              <a:rPr lang="en-US" sz="1300" kern="1200" dirty="0">
                <a:solidFill>
                  <a:srgbClr val="FFFFFF"/>
                </a:solidFill>
                <a:latin typeface="+mj-lt"/>
                <a:ea typeface="+mj-ea"/>
                <a:cs typeface="+mj-cs"/>
              </a:rPr>
            </a:br>
            <a:endParaRPr lang="en-US" sz="1300" kern="1200" dirty="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EFA1D69F-13FE-914C-4430-A0B8C23ED91B}"/>
              </a:ext>
            </a:extLst>
          </p:cNvPr>
          <p:cNvPicPr>
            <a:picLocks noGrp="1" noChangeAspect="1"/>
          </p:cNvPicPr>
          <p:nvPr>
            <p:ph idx="1"/>
          </p:nvPr>
        </p:nvPicPr>
        <p:blipFill>
          <a:blip r:embed="rId3"/>
          <a:stretch>
            <a:fillRect/>
          </a:stretch>
        </p:blipFill>
        <p:spPr>
          <a:xfrm>
            <a:off x="4259093" y="640080"/>
            <a:ext cx="7245217" cy="5578816"/>
          </a:xfrm>
          <a:prstGeom prst="rect">
            <a:avLst/>
          </a:prstGeom>
        </p:spPr>
      </p:pic>
    </p:spTree>
    <p:extLst>
      <p:ext uri="{BB962C8B-B14F-4D97-AF65-F5344CB8AC3E}">
        <p14:creationId xmlns:p14="http://schemas.microsoft.com/office/powerpoint/2010/main" val="3587741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A148D0B-41C8-9C55-7A6E-3EE5D211BDB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2800" kern="1200" dirty="0">
                <a:solidFill>
                  <a:srgbClr val="FFFFFF"/>
                </a:solidFill>
                <a:latin typeface="+mj-lt"/>
                <a:ea typeface="+mj-ea"/>
                <a:cs typeface="+mj-cs"/>
              </a:rPr>
              <a:t>2</a:t>
            </a:r>
            <a:r>
              <a:rPr lang="en-US" sz="2800" kern="1200" baseline="30000" dirty="0">
                <a:solidFill>
                  <a:srgbClr val="FFFFFF"/>
                </a:solidFill>
                <a:latin typeface="+mj-lt"/>
                <a:ea typeface="+mj-ea"/>
                <a:cs typeface="+mj-cs"/>
              </a:rPr>
              <a:t>nd</a:t>
            </a:r>
            <a:r>
              <a:rPr lang="en-US" sz="2800" kern="1200" dirty="0">
                <a:solidFill>
                  <a:srgbClr val="FFFFFF"/>
                </a:solidFill>
                <a:latin typeface="+mj-lt"/>
                <a:ea typeface="+mj-ea"/>
                <a:cs typeface="+mj-cs"/>
              </a:rPr>
              <a:t> Step: &lt;Copy &amp; Paste&gt;: git clone </a:t>
            </a:r>
            <a:r>
              <a:rPr lang="en-US" sz="2800" kern="1200" dirty="0">
                <a:solidFill>
                  <a:schemeClr val="accent4">
                    <a:lumMod val="40000"/>
                    <a:lumOff val="60000"/>
                  </a:schemeClr>
                </a:solidFill>
                <a:latin typeface="+mj-lt"/>
                <a:ea typeface="+mj-ea"/>
                <a:cs typeface="+mj-cs"/>
                <a:hlinkClick r:id="rId2">
                  <a:extLst>
                    <a:ext uri="{A12FA001-AC4F-418D-AE19-62706E023703}">
                      <ahyp:hlinkClr xmlns:ahyp="http://schemas.microsoft.com/office/drawing/2018/hyperlinkcolor" val="tx"/>
                    </a:ext>
                  </a:extLst>
                </a:hlinkClick>
              </a:rPr>
              <a:t>https://github.com/rajkumardusad/IP-Tracer.git</a:t>
            </a:r>
            <a:r>
              <a:rPr lang="en-US" sz="2800" kern="1200" dirty="0">
                <a:solidFill>
                  <a:schemeClr val="accent4">
                    <a:lumMod val="40000"/>
                    <a:lumOff val="60000"/>
                  </a:schemeClr>
                </a:solidFill>
                <a:latin typeface="+mj-lt"/>
                <a:ea typeface="+mj-ea"/>
                <a:cs typeface="+mj-cs"/>
              </a:rPr>
              <a:t>  </a:t>
            </a:r>
            <a:r>
              <a:rPr lang="en-US" sz="2800" kern="1200" dirty="0">
                <a:solidFill>
                  <a:srgbClr val="FFFFFF"/>
                </a:solidFill>
                <a:latin typeface="+mj-lt"/>
                <a:ea typeface="+mj-ea"/>
                <a:cs typeface="+mj-cs"/>
              </a:rPr>
              <a:t>at the Kali Linux prompt.</a:t>
            </a:r>
            <a:br>
              <a:rPr lang="en-US" sz="2800" kern="1200" dirty="0">
                <a:solidFill>
                  <a:srgbClr val="FFFFFF"/>
                </a:solidFill>
                <a:latin typeface="+mj-lt"/>
                <a:ea typeface="+mj-ea"/>
                <a:cs typeface="+mj-cs"/>
              </a:rPr>
            </a:br>
            <a:endParaRPr lang="en-US" sz="2800" kern="1200" dirty="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3EF77E22-B11C-52C7-9DC3-D348F64C70C6}"/>
              </a:ext>
            </a:extLst>
          </p:cNvPr>
          <p:cNvPicPr>
            <a:picLocks noGrp="1" noChangeAspect="1"/>
          </p:cNvPicPr>
          <p:nvPr>
            <p:ph idx="1"/>
          </p:nvPr>
        </p:nvPicPr>
        <p:blipFill>
          <a:blip r:embed="rId3"/>
          <a:stretch>
            <a:fillRect/>
          </a:stretch>
        </p:blipFill>
        <p:spPr>
          <a:xfrm>
            <a:off x="4502428" y="538701"/>
            <a:ext cx="7225748" cy="5780597"/>
          </a:xfrm>
          <a:prstGeom prst="rect">
            <a:avLst/>
          </a:prstGeom>
        </p:spPr>
      </p:pic>
    </p:spTree>
    <p:extLst>
      <p:ext uri="{BB962C8B-B14F-4D97-AF65-F5344CB8AC3E}">
        <p14:creationId xmlns:p14="http://schemas.microsoft.com/office/powerpoint/2010/main" val="1359362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D897885-8CF0-7D49-F5E5-A02C93AE3B3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2500" kern="1200">
                <a:solidFill>
                  <a:srgbClr val="FFFFFF"/>
                </a:solidFill>
                <a:latin typeface="+mj-lt"/>
                <a:ea typeface="+mj-ea"/>
                <a:cs typeface="+mj-cs"/>
              </a:rPr>
              <a:t>3. Copy and paste the following: chmod +x install &amp; sh install or ./install. Then the following screen will appear:</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E40142DF-D17E-9EA1-816A-EC21C88451D2}"/>
              </a:ext>
            </a:extLst>
          </p:cNvPr>
          <p:cNvPicPr>
            <a:picLocks noGrp="1" noChangeAspect="1"/>
          </p:cNvPicPr>
          <p:nvPr>
            <p:ph idx="1"/>
          </p:nvPr>
        </p:nvPicPr>
        <p:blipFill>
          <a:blip r:embed="rId2"/>
          <a:stretch>
            <a:fillRect/>
          </a:stretch>
        </p:blipFill>
        <p:spPr>
          <a:xfrm>
            <a:off x="4502428" y="511605"/>
            <a:ext cx="7225748" cy="5834790"/>
          </a:xfrm>
          <a:prstGeom prst="rect">
            <a:avLst/>
          </a:prstGeom>
        </p:spPr>
      </p:pic>
    </p:spTree>
    <p:extLst>
      <p:ext uri="{BB962C8B-B14F-4D97-AF65-F5344CB8AC3E}">
        <p14:creationId xmlns:p14="http://schemas.microsoft.com/office/powerpoint/2010/main" val="1144643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9A4C55A-4814-1DA7-3EEA-EB5ACCD8664C}"/>
              </a:ext>
            </a:extLst>
          </p:cNvPr>
          <p:cNvPicPr>
            <a:picLocks noGrp="1" noChangeAspect="1"/>
          </p:cNvPicPr>
          <p:nvPr>
            <p:ph idx="1"/>
          </p:nvPr>
        </p:nvPicPr>
        <p:blipFill>
          <a:blip r:embed="rId2"/>
          <a:srcRect r="4167" b="-2"/>
          <a:stretch>
            <a:fillRect/>
          </a:stretch>
        </p:blipFill>
        <p:spPr>
          <a:xfrm>
            <a:off x="4038599" y="10"/>
            <a:ext cx="8160026" cy="6875809"/>
          </a:xfrm>
          <a:prstGeom prst="rect">
            <a:avLst/>
          </a:prstGeom>
        </p:spPr>
      </p:pic>
      <p:sp>
        <p:nvSpPr>
          <p:cNvPr id="16" name="Freeform: Shape 15">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4F239C1-6488-AB63-54E7-5BBA76C608C0}"/>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3400" dirty="0">
                <a:solidFill>
                  <a:srgbClr val="FFFFFF"/>
                </a:solidFill>
              </a:rPr>
              <a:t>Type the command – </a:t>
            </a:r>
            <a:r>
              <a:rPr lang="en-US" sz="3400" dirty="0">
                <a:solidFill>
                  <a:srgbClr val="FFC000"/>
                </a:solidFill>
              </a:rPr>
              <a:t>trace –m 192.168.32.1 </a:t>
            </a:r>
            <a:r>
              <a:rPr lang="en-US" sz="3400" dirty="0">
                <a:solidFill>
                  <a:srgbClr val="FFFFFF"/>
                </a:solidFill>
              </a:rPr>
              <a:t>and the results will be displayed:</a:t>
            </a:r>
          </a:p>
        </p:txBody>
      </p:sp>
    </p:spTree>
    <p:extLst>
      <p:ext uri="{BB962C8B-B14F-4D97-AF65-F5344CB8AC3E}">
        <p14:creationId xmlns:p14="http://schemas.microsoft.com/office/powerpoint/2010/main" val="1925672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E4C004-76A7-9BFC-6605-C026F778B167}"/>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latin typeface="Times New Roman" panose="02020603050405020304" pitchFamily="18" charset="0"/>
                <a:cs typeface="Times New Roman" panose="02020603050405020304" pitchFamily="18" charset="0"/>
              </a:rPr>
              <a:t>📒</a:t>
            </a:r>
            <a:r>
              <a:rPr lang="en-US" sz="3600">
                <a:solidFill>
                  <a:srgbClr val="FFFFFF"/>
                </a:solidFill>
                <a:latin typeface="Times New Roman" panose="02020603050405020304" pitchFamily="18" charset="0"/>
                <a:cs typeface="Times New Roman" panose="02020603050405020304" pitchFamily="18" charset="0"/>
              </a:rPr>
              <a:t>Summary of Commands Used for this Exercise</a:t>
            </a:r>
            <a:r>
              <a:rPr lang="en-US" sz="4000">
                <a:solidFill>
                  <a:srgbClr val="FFFFFF"/>
                </a:solidFill>
                <a:latin typeface="Times New Roman" panose="02020603050405020304" pitchFamily="18" charset="0"/>
                <a:cs typeface="Times New Roman" panose="02020603050405020304" pitchFamily="18" charset="0"/>
              </a:rPr>
              <a:t>:</a:t>
            </a:r>
            <a:endParaRPr lang="en-US" sz="4000" dirty="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825617C0-B8C5-67B3-A0A8-A9A0063439D0}"/>
              </a:ext>
            </a:extLst>
          </p:cNvPr>
          <p:cNvGraphicFramePr>
            <a:graphicFrameLocks noGrp="1"/>
          </p:cNvGraphicFramePr>
          <p:nvPr>
            <p:ph idx="1"/>
            <p:extLst>
              <p:ext uri="{D42A27DB-BD31-4B8C-83A1-F6EECF244321}">
                <p14:modId xmlns:p14="http://schemas.microsoft.com/office/powerpoint/2010/main" val="283533879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051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396</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Amasis MT Pro Black</vt:lpstr>
      <vt:lpstr>Aptos</vt:lpstr>
      <vt:lpstr>Aptos Display</vt:lpstr>
      <vt:lpstr>Arial</vt:lpstr>
      <vt:lpstr>Calibri</vt:lpstr>
      <vt:lpstr>Times New Roman</vt:lpstr>
      <vt:lpstr>Office Theme</vt:lpstr>
      <vt:lpstr>&lt; How Hackers find your  Location from an IP Address | Cybersecurity Demo&gt;  Created By:  </vt:lpstr>
      <vt:lpstr>DISCLAIMER</vt:lpstr>
      <vt:lpstr>1st step – go to https://github.com/rajkumardusad/IP-Tracer  </vt:lpstr>
      <vt:lpstr>2nd Step: &lt;Copy &amp; Paste&gt;: git clone https://github.com/rajkumardusad/IP-Tracer.git  at the Kali Linux prompt. </vt:lpstr>
      <vt:lpstr>3. Copy and paste the following: chmod +x install &amp; sh install or ./install. Then the following screen will appear: </vt:lpstr>
      <vt:lpstr>Type the command – trace –m 192.168.32.1 and the results will be displayed:</vt:lpstr>
      <vt:lpstr>📒Summary of Commands Used for this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Ebon Roland</dc:creator>
  <cp:lastModifiedBy>Ebon Roland</cp:lastModifiedBy>
  <cp:revision>11</cp:revision>
  <dcterms:created xsi:type="dcterms:W3CDTF">2026-04-02T20:19:53Z</dcterms:created>
  <dcterms:modified xsi:type="dcterms:W3CDTF">2026-04-02T21:38:48Z</dcterms:modified>
</cp:coreProperties>
</file>